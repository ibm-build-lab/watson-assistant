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142534088" r:id="rId3"/>
    <p:sldId id="2142534095" r:id="rId4"/>
    <p:sldId id="2142534082" r:id="rId5"/>
    <p:sldId id="2142534090" r:id="rId6"/>
    <p:sldId id="2142534094" r:id="rId7"/>
    <p:sldId id="2142534089" r:id="rId8"/>
    <p:sldId id="214253409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A5A5"/>
    <a:srgbClr val="C481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A7D256-DDDC-402B-9856-82B9122DCF45}" v="51" dt="2022-07-15T20:33:09.043"/>
    <p1510:client id="{3B927276-74AC-473A-A954-EFA0A109CB6F}" v="762" dt="2022-07-17T00:52:55.490"/>
    <p1510:client id="{7FDA52F2-4B1D-4925-83FF-B8CB53A10BB9}" v="826" dt="2022-07-15T21:38:38.051"/>
    <p1510:client id="{83E1B7A7-6268-4904-9465-15045FA4E702}" v="6" dt="2022-08-12T22:44:03.349"/>
    <p1510:client id="{AEB6D1A2-A12C-4AFB-BFCE-262AF69BFE3E}" v="1283" dt="2022-07-16T23:21:41.096"/>
    <p1510:client id="{C2448B91-5E21-4C44-9DF0-181567049C06}" v="396" dt="2022-07-19T00:08:32.526"/>
    <p1510:client id="{C3750603-1A81-438D-B234-6C06291C4FD5}" v="425" dt="2022-07-14T19:52:19.354"/>
    <p1510:client id="{E0731F94-7741-45BB-A74A-0DBE4B2A207A}" v="379" dt="2022-07-14T20:11:01.245"/>
    <p1510:client id="{FF31CF53-406D-4CF4-A7F6-85E63F1F2117}" v="4" dt="2022-08-05T14:53:14.726"/>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8"/>
    <p:restoredTop sz="66054"/>
  </p:normalViewPr>
  <p:slideViewPr>
    <p:cSldViewPr snapToGrid="0" snapToObjects="1">
      <p:cViewPr varScale="1">
        <p:scale>
          <a:sx n="82" d="100"/>
          <a:sy n="82" d="100"/>
        </p:scale>
        <p:origin x="2272" y="168"/>
      </p:cViewPr>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SPRIGGS" clId="Web-{29A7D256-DDDC-402B-9856-82B9122DCF45}"/>
    <pc:docChg chg="addSld modSld">
      <pc:chgData name="MICHAEL SPRIGGS" userId="" providerId="" clId="Web-{29A7D256-DDDC-402B-9856-82B9122DCF45}" dt="2022-07-15T20:33:09.043" v="45" actId="1076"/>
      <pc:docMkLst>
        <pc:docMk/>
      </pc:docMkLst>
      <pc:sldChg chg="addSp delSp modSp add replId">
        <pc:chgData name="MICHAEL SPRIGGS" userId="" providerId="" clId="Web-{29A7D256-DDDC-402B-9856-82B9122DCF45}" dt="2022-07-15T20:33:09.043" v="45" actId="1076"/>
        <pc:sldMkLst>
          <pc:docMk/>
          <pc:sldMk cId="129140484" sldId="2142534088"/>
        </pc:sldMkLst>
        <pc:spChg chg="del mod">
          <ac:chgData name="MICHAEL SPRIGGS" userId="" providerId="" clId="Web-{29A7D256-DDDC-402B-9856-82B9122DCF45}" dt="2022-07-15T20:28:30.573" v="15"/>
          <ac:spMkLst>
            <pc:docMk/>
            <pc:sldMk cId="129140484" sldId="2142534088"/>
            <ac:spMk id="2" creationId="{40EF35A7-1C83-CF78-A942-495F7F9914BC}"/>
          </ac:spMkLst>
        </pc:spChg>
        <pc:spChg chg="del mod">
          <ac:chgData name="MICHAEL SPRIGGS" userId="" providerId="" clId="Web-{29A7D256-DDDC-402B-9856-82B9122DCF45}" dt="2022-07-15T20:27:47.542" v="13"/>
          <ac:spMkLst>
            <pc:docMk/>
            <pc:sldMk cId="129140484" sldId="2142534088"/>
            <ac:spMk id="3" creationId="{6EB03429-A786-FEC6-2A6E-7CF5A0C501C9}"/>
          </ac:spMkLst>
        </pc:spChg>
        <pc:spChg chg="del">
          <ac:chgData name="MICHAEL SPRIGGS" userId="" providerId="" clId="Web-{29A7D256-DDDC-402B-9856-82B9122DCF45}" dt="2022-07-15T20:27:34.464" v="2"/>
          <ac:spMkLst>
            <pc:docMk/>
            <pc:sldMk cId="129140484" sldId="2142534088"/>
            <ac:spMk id="9" creationId="{889ECC4D-5AAF-50EA-39A4-96113F9BE9F6}"/>
          </ac:spMkLst>
        </pc:spChg>
        <pc:spChg chg="del mod">
          <ac:chgData name="MICHAEL SPRIGGS" userId="" providerId="" clId="Web-{29A7D256-DDDC-402B-9856-82B9122DCF45}" dt="2022-07-15T20:27:41.042" v="8"/>
          <ac:spMkLst>
            <pc:docMk/>
            <pc:sldMk cId="129140484" sldId="2142534088"/>
            <ac:spMk id="10" creationId="{6C401D20-F281-A7B3-BEA9-71F8EBA3C909}"/>
          </ac:spMkLst>
        </pc:spChg>
        <pc:spChg chg="del mod">
          <ac:chgData name="MICHAEL SPRIGGS" userId="" providerId="" clId="Web-{29A7D256-DDDC-402B-9856-82B9122DCF45}" dt="2022-07-15T20:27:43.964" v="10"/>
          <ac:spMkLst>
            <pc:docMk/>
            <pc:sldMk cId="129140484" sldId="2142534088"/>
            <ac:spMk id="12" creationId="{D6788F34-5260-A6CF-62A0-6B6199216ED5}"/>
          </ac:spMkLst>
        </pc:spChg>
        <pc:spChg chg="add del mod">
          <ac:chgData name="MICHAEL SPRIGGS" userId="" providerId="" clId="Web-{29A7D256-DDDC-402B-9856-82B9122DCF45}" dt="2022-07-15T20:27:48.667" v="14"/>
          <ac:spMkLst>
            <pc:docMk/>
            <pc:sldMk cId="129140484" sldId="2142534088"/>
            <ac:spMk id="13" creationId="{E96B0ED6-1DF4-1270-E306-BA3C9C476F7D}"/>
          </ac:spMkLst>
        </pc:spChg>
        <pc:spChg chg="add del mod">
          <ac:chgData name="MICHAEL SPRIGGS" userId="" providerId="" clId="Web-{29A7D256-DDDC-402B-9856-82B9122DCF45}" dt="2022-07-15T20:28:33.480" v="16"/>
          <ac:spMkLst>
            <pc:docMk/>
            <pc:sldMk cId="129140484" sldId="2142534088"/>
            <ac:spMk id="15" creationId="{62D37304-A138-3167-5A7B-A099CA571F33}"/>
          </ac:spMkLst>
        </pc:spChg>
        <pc:spChg chg="add mod ord">
          <ac:chgData name="MICHAEL SPRIGGS" userId="" providerId="" clId="Web-{29A7D256-DDDC-402B-9856-82B9122DCF45}" dt="2022-07-15T20:31:38.840" v="38" actId="14100"/>
          <ac:spMkLst>
            <pc:docMk/>
            <pc:sldMk cId="129140484" sldId="2142534088"/>
            <ac:spMk id="17" creationId="{274F5A34-745F-081D-2FA6-48FF6DBEDBA6}"/>
          </ac:spMkLst>
        </pc:spChg>
        <pc:spChg chg="del">
          <ac:chgData name="MICHAEL SPRIGGS" userId="" providerId="" clId="Web-{29A7D256-DDDC-402B-9856-82B9122DCF45}" dt="2022-07-15T20:28:36.261" v="17"/>
          <ac:spMkLst>
            <pc:docMk/>
            <pc:sldMk cId="129140484" sldId="2142534088"/>
            <ac:spMk id="18" creationId="{2A6C39E5-1747-A097-3DB4-9CE1158080B3}"/>
          </ac:spMkLst>
        </pc:spChg>
        <pc:spChg chg="del">
          <ac:chgData name="MICHAEL SPRIGGS" userId="" providerId="" clId="Web-{29A7D256-DDDC-402B-9856-82B9122DCF45}" dt="2022-07-15T20:27:36.136" v="4"/>
          <ac:spMkLst>
            <pc:docMk/>
            <pc:sldMk cId="129140484" sldId="2142534088"/>
            <ac:spMk id="20" creationId="{9F1C9C67-0D49-2982-53F5-EBE1A6AF1AD0}"/>
          </ac:spMkLst>
        </pc:spChg>
        <pc:grpChg chg="add mod">
          <ac:chgData name="MICHAEL SPRIGGS" userId="" providerId="" clId="Web-{29A7D256-DDDC-402B-9856-82B9122DCF45}" dt="2022-07-15T20:33:09.043" v="45" actId="1076"/>
          <ac:grpSpMkLst>
            <pc:docMk/>
            <pc:sldMk cId="129140484" sldId="2142534088"/>
            <ac:grpSpMk id="19" creationId="{E98BD95F-DEB8-407A-1E04-5DE373ED7603}"/>
          </ac:grpSpMkLst>
        </pc:grpChg>
        <pc:picChg chg="del">
          <ac:chgData name="MICHAEL SPRIGGS" userId="" providerId="" clId="Web-{29A7D256-DDDC-402B-9856-82B9122DCF45}" dt="2022-07-15T20:27:35.542" v="3"/>
          <ac:picMkLst>
            <pc:docMk/>
            <pc:sldMk cId="129140484" sldId="2142534088"/>
            <ac:picMk id="6" creationId="{E3313E89-41AF-EABC-1C8C-872DF7110D4C}"/>
          </ac:picMkLst>
        </pc:picChg>
        <pc:picChg chg="del">
          <ac:chgData name="MICHAEL SPRIGGS" userId="" providerId="" clId="Web-{29A7D256-DDDC-402B-9856-82B9122DCF45}" dt="2022-07-15T20:27:37.214" v="5"/>
          <ac:picMkLst>
            <pc:docMk/>
            <pc:sldMk cId="129140484" sldId="2142534088"/>
            <ac:picMk id="7" creationId="{85C5C60B-FBEA-5B76-7892-EABCDB255C49}"/>
          </ac:picMkLst>
        </pc:picChg>
        <pc:picChg chg="del">
          <ac:chgData name="MICHAEL SPRIGGS" userId="" providerId="" clId="Web-{29A7D256-DDDC-402B-9856-82B9122DCF45}" dt="2022-07-15T20:27:37.855" v="6"/>
          <ac:picMkLst>
            <pc:docMk/>
            <pc:sldMk cId="129140484" sldId="2142534088"/>
            <ac:picMk id="8" creationId="{DAC3B350-95E2-E711-EE7D-87E24CE2FC9A}"/>
          </ac:picMkLst>
        </pc:picChg>
        <pc:picChg chg="del">
          <ac:chgData name="MICHAEL SPRIGGS" userId="" providerId="" clId="Web-{29A7D256-DDDC-402B-9856-82B9122DCF45}" dt="2022-07-15T20:27:44.464" v="11"/>
          <ac:picMkLst>
            <pc:docMk/>
            <pc:sldMk cId="129140484" sldId="2142534088"/>
            <ac:picMk id="11" creationId="{26CE112B-93CB-AFB5-C0F1-275F88460326}"/>
          </ac:picMkLst>
        </pc:picChg>
        <pc:picChg chg="add mod">
          <ac:chgData name="MICHAEL SPRIGGS" userId="" providerId="" clId="Web-{29A7D256-DDDC-402B-9856-82B9122DCF45}" dt="2022-07-15T20:31:04.183" v="34" actId="1076"/>
          <ac:picMkLst>
            <pc:docMk/>
            <pc:sldMk cId="129140484" sldId="2142534088"/>
            <ac:picMk id="16" creationId="{664C1E3D-8A6B-1D4C-E70B-9E7D41A31FFA}"/>
          </ac:picMkLst>
        </pc:picChg>
      </pc:sldChg>
    </pc:docChg>
  </pc:docChgLst>
  <pc:docChgLst>
    <pc:chgData name="MICHAEL SPRIGGS" clId="Web-{AEB6D1A2-A12C-4AFB-BFCE-262AF69BFE3E}"/>
    <pc:docChg chg="addSld modSld">
      <pc:chgData name="MICHAEL SPRIGGS" userId="" providerId="" clId="Web-{AEB6D1A2-A12C-4AFB-BFCE-262AF69BFE3E}" dt="2022-07-16T23:21:41.096" v="1300" actId="20577"/>
      <pc:docMkLst>
        <pc:docMk/>
      </pc:docMkLst>
      <pc:sldChg chg="delSp modSp">
        <pc:chgData name="MICHAEL SPRIGGS" userId="" providerId="" clId="Web-{AEB6D1A2-A12C-4AFB-BFCE-262AF69BFE3E}" dt="2022-07-16T23:05:24.470" v="782" actId="20577"/>
        <pc:sldMkLst>
          <pc:docMk/>
          <pc:sldMk cId="2693279057" sldId="2142534081"/>
        </pc:sldMkLst>
        <pc:spChg chg="mod">
          <ac:chgData name="MICHAEL SPRIGGS" userId="" providerId="" clId="Web-{AEB6D1A2-A12C-4AFB-BFCE-262AF69BFE3E}" dt="2022-07-16T22:45:59.925" v="72" actId="20577"/>
          <ac:spMkLst>
            <pc:docMk/>
            <pc:sldMk cId="2693279057" sldId="2142534081"/>
            <ac:spMk id="2" creationId="{40EF35A7-1C83-CF78-A942-495F7F9914BC}"/>
          </ac:spMkLst>
        </pc:spChg>
        <pc:spChg chg="mod">
          <ac:chgData name="MICHAEL SPRIGGS" userId="" providerId="" clId="Web-{AEB6D1A2-A12C-4AFB-BFCE-262AF69BFE3E}" dt="2022-07-16T23:05:24.470" v="782" actId="20577"/>
          <ac:spMkLst>
            <pc:docMk/>
            <pc:sldMk cId="2693279057" sldId="2142534081"/>
            <ac:spMk id="3" creationId="{6EB03429-A786-FEC6-2A6E-7CF5A0C501C9}"/>
          </ac:spMkLst>
        </pc:spChg>
        <pc:spChg chg="del">
          <ac:chgData name="MICHAEL SPRIGGS" userId="" providerId="" clId="Web-{AEB6D1A2-A12C-4AFB-BFCE-262AF69BFE3E}" dt="2022-07-16T22:45:28.159" v="47"/>
          <ac:spMkLst>
            <pc:docMk/>
            <pc:sldMk cId="2693279057" sldId="2142534081"/>
            <ac:spMk id="9" creationId="{889ECC4D-5AAF-50EA-39A4-96113F9BE9F6}"/>
          </ac:spMkLst>
        </pc:spChg>
        <pc:spChg chg="del">
          <ac:chgData name="MICHAEL SPRIGGS" userId="" providerId="" clId="Web-{AEB6D1A2-A12C-4AFB-BFCE-262AF69BFE3E}" dt="2022-07-16T22:45:26.628" v="46"/>
          <ac:spMkLst>
            <pc:docMk/>
            <pc:sldMk cId="2693279057" sldId="2142534081"/>
            <ac:spMk id="10" creationId="{6C401D20-F281-A7B3-BEA9-71F8EBA3C909}"/>
          </ac:spMkLst>
        </pc:spChg>
        <pc:spChg chg="del mod">
          <ac:chgData name="MICHAEL SPRIGGS" userId="" providerId="" clId="Web-{AEB6D1A2-A12C-4AFB-BFCE-262AF69BFE3E}" dt="2022-07-16T22:45:30.565" v="49"/>
          <ac:spMkLst>
            <pc:docMk/>
            <pc:sldMk cId="2693279057" sldId="2142534081"/>
            <ac:spMk id="12" creationId="{D6788F34-5260-A6CF-62A0-6B6199216ED5}"/>
          </ac:spMkLst>
        </pc:spChg>
        <pc:spChg chg="del">
          <ac:chgData name="MICHAEL SPRIGGS" userId="" providerId="" clId="Web-{AEB6D1A2-A12C-4AFB-BFCE-262AF69BFE3E}" dt="2022-07-16T22:45:36.722" v="56"/>
          <ac:spMkLst>
            <pc:docMk/>
            <pc:sldMk cId="2693279057" sldId="2142534081"/>
            <ac:spMk id="18" creationId="{2A6C39E5-1747-A097-3DB4-9CE1158080B3}"/>
          </ac:spMkLst>
        </pc:spChg>
        <pc:spChg chg="del mod">
          <ac:chgData name="MICHAEL SPRIGGS" userId="" providerId="" clId="Web-{AEB6D1A2-A12C-4AFB-BFCE-262AF69BFE3E}" dt="2022-07-16T22:45:34.909" v="54"/>
          <ac:spMkLst>
            <pc:docMk/>
            <pc:sldMk cId="2693279057" sldId="2142534081"/>
            <ac:spMk id="20" creationId="{9F1C9C67-0D49-2982-53F5-EBE1A6AF1AD0}"/>
          </ac:spMkLst>
        </pc:spChg>
        <pc:picChg chg="del">
          <ac:chgData name="MICHAEL SPRIGGS" userId="" providerId="" clId="Web-{AEB6D1A2-A12C-4AFB-BFCE-262AF69BFE3E}" dt="2022-07-16T22:45:31.487" v="50"/>
          <ac:picMkLst>
            <pc:docMk/>
            <pc:sldMk cId="2693279057" sldId="2142534081"/>
            <ac:picMk id="6" creationId="{E3313E89-41AF-EABC-1C8C-872DF7110D4C}"/>
          </ac:picMkLst>
        </pc:picChg>
        <pc:picChg chg="del">
          <ac:chgData name="MICHAEL SPRIGGS" userId="" providerId="" clId="Web-{AEB6D1A2-A12C-4AFB-BFCE-262AF69BFE3E}" dt="2022-07-16T22:45:32.284" v="51"/>
          <ac:picMkLst>
            <pc:docMk/>
            <pc:sldMk cId="2693279057" sldId="2142534081"/>
            <ac:picMk id="7" creationId="{85C5C60B-FBEA-5B76-7892-EABCDB255C49}"/>
          </ac:picMkLst>
        </pc:picChg>
        <pc:picChg chg="del">
          <ac:chgData name="MICHAEL SPRIGGS" userId="" providerId="" clId="Web-{AEB6D1A2-A12C-4AFB-BFCE-262AF69BFE3E}" dt="2022-07-16T22:45:33.175" v="52"/>
          <ac:picMkLst>
            <pc:docMk/>
            <pc:sldMk cId="2693279057" sldId="2142534081"/>
            <ac:picMk id="8" creationId="{DAC3B350-95E2-E711-EE7D-87E24CE2FC9A}"/>
          </ac:picMkLst>
        </pc:picChg>
        <pc:picChg chg="del">
          <ac:chgData name="MICHAEL SPRIGGS" userId="" providerId="" clId="Web-{AEB6D1A2-A12C-4AFB-BFCE-262AF69BFE3E}" dt="2022-07-16T22:45:35.706" v="55"/>
          <ac:picMkLst>
            <pc:docMk/>
            <pc:sldMk cId="2693279057" sldId="2142534081"/>
            <ac:picMk id="11" creationId="{26CE112B-93CB-AFB5-C0F1-275F88460326}"/>
          </ac:picMkLst>
        </pc:picChg>
      </pc:sldChg>
      <pc:sldChg chg="modSp add replId">
        <pc:chgData name="MICHAEL SPRIGGS" userId="" providerId="" clId="Web-{AEB6D1A2-A12C-4AFB-BFCE-262AF69BFE3E}" dt="2022-07-16T23:21:41.096" v="1300" actId="20577"/>
        <pc:sldMkLst>
          <pc:docMk/>
          <pc:sldMk cId="4232573764" sldId="2142534089"/>
        </pc:sldMkLst>
        <pc:spChg chg="mod">
          <ac:chgData name="MICHAEL SPRIGGS" userId="" providerId="" clId="Web-{AEB6D1A2-A12C-4AFB-BFCE-262AF69BFE3E}" dt="2022-07-16T23:02:10.858" v="672" actId="20577"/>
          <ac:spMkLst>
            <pc:docMk/>
            <pc:sldMk cId="4232573764" sldId="2142534089"/>
            <ac:spMk id="2" creationId="{40EF35A7-1C83-CF78-A942-495F7F9914BC}"/>
          </ac:spMkLst>
        </pc:spChg>
        <pc:spChg chg="mod">
          <ac:chgData name="MICHAEL SPRIGGS" userId="" providerId="" clId="Web-{AEB6D1A2-A12C-4AFB-BFCE-262AF69BFE3E}" dt="2022-07-16T23:21:41.096" v="1300" actId="20577"/>
          <ac:spMkLst>
            <pc:docMk/>
            <pc:sldMk cId="4232573764" sldId="2142534089"/>
            <ac:spMk id="3" creationId="{6EB03429-A786-FEC6-2A6E-7CF5A0C501C9}"/>
          </ac:spMkLst>
        </pc:spChg>
      </pc:sldChg>
    </pc:docChg>
  </pc:docChgLst>
  <pc:docChgLst>
    <pc:chgData name="Shivam R. Solanki" clId="Web-{C3750603-1A81-438D-B234-6C06291C4FD5}"/>
    <pc:docChg chg="modSld sldOrd">
      <pc:chgData name="Shivam R. Solanki" userId="" providerId="" clId="Web-{C3750603-1A81-438D-B234-6C06291C4FD5}" dt="2022-07-14T19:52:17.119" v="800" actId="14100"/>
      <pc:docMkLst>
        <pc:docMk/>
      </pc:docMkLst>
      <pc:sldChg chg="modSp">
        <pc:chgData name="Shivam R. Solanki" userId="" providerId="" clId="Web-{C3750603-1A81-438D-B234-6C06291C4FD5}" dt="2022-07-14T19:36:59.871" v="786" actId="20577"/>
        <pc:sldMkLst>
          <pc:docMk/>
          <pc:sldMk cId="2532235669" sldId="256"/>
        </pc:sldMkLst>
        <pc:spChg chg="mod">
          <ac:chgData name="Shivam R. Solanki" userId="" providerId="" clId="Web-{C3750603-1A81-438D-B234-6C06291C4FD5}" dt="2022-07-14T19:35:16.775" v="767" actId="1076"/>
          <ac:spMkLst>
            <pc:docMk/>
            <pc:sldMk cId="2532235669" sldId="256"/>
            <ac:spMk id="2" creationId="{26874D1D-A038-BA2F-926C-2B954D6040AC}"/>
          </ac:spMkLst>
        </pc:spChg>
        <pc:spChg chg="mod">
          <ac:chgData name="Shivam R. Solanki" userId="" providerId="" clId="Web-{C3750603-1A81-438D-B234-6C06291C4FD5}" dt="2022-07-14T19:36:59.871" v="786" actId="20577"/>
          <ac:spMkLst>
            <pc:docMk/>
            <pc:sldMk cId="2532235669" sldId="256"/>
            <ac:spMk id="3" creationId="{E539976B-96C1-40C6-D217-045379498CA1}"/>
          </ac:spMkLst>
        </pc:spChg>
      </pc:sldChg>
      <pc:sldChg chg="ord">
        <pc:chgData name="Shivam R. Solanki" userId="" providerId="" clId="Web-{C3750603-1A81-438D-B234-6C06291C4FD5}" dt="2022-07-14T14:21:59.632" v="11"/>
        <pc:sldMkLst>
          <pc:docMk/>
          <pc:sldMk cId="161400544" sldId="257"/>
        </pc:sldMkLst>
      </pc:sldChg>
      <pc:sldChg chg="mod ord modShow">
        <pc:chgData name="Shivam R. Solanki" userId="" providerId="" clId="Web-{C3750603-1A81-438D-B234-6C06291C4FD5}" dt="2022-07-14T19:22:57.780" v="766"/>
        <pc:sldMkLst>
          <pc:docMk/>
          <pc:sldMk cId="824704703" sldId="141168643"/>
        </pc:sldMkLst>
      </pc:sldChg>
      <pc:sldChg chg="modSp ord">
        <pc:chgData name="Shivam R. Solanki" userId="" providerId="" clId="Web-{C3750603-1A81-438D-B234-6C06291C4FD5}" dt="2022-07-14T19:52:17.119" v="800" actId="14100"/>
        <pc:sldMkLst>
          <pc:docMk/>
          <pc:sldMk cId="43179515" sldId="141168649"/>
        </pc:sldMkLst>
        <pc:spChg chg="mod">
          <ac:chgData name="Shivam R. Solanki" userId="" providerId="" clId="Web-{C3750603-1A81-438D-B234-6C06291C4FD5}" dt="2022-07-14T19:52:17.119" v="800" actId="14100"/>
          <ac:spMkLst>
            <pc:docMk/>
            <pc:sldMk cId="43179515" sldId="141168649"/>
            <ac:spMk id="2" creationId="{F95641AF-F87C-4052-9ADE-D3A4E1FA5B68}"/>
          </ac:spMkLst>
        </pc:spChg>
      </pc:sldChg>
      <pc:sldChg chg="ord">
        <pc:chgData name="Shivam R. Solanki" userId="" providerId="" clId="Web-{C3750603-1A81-438D-B234-6C06291C4FD5}" dt="2022-07-14T14:20:55.521" v="3"/>
        <pc:sldMkLst>
          <pc:docMk/>
          <pc:sldMk cId="3483149215" sldId="2142533648"/>
        </pc:sldMkLst>
      </pc:sldChg>
      <pc:sldChg chg="mod modShow">
        <pc:chgData name="Shivam R. Solanki" userId="" providerId="" clId="Web-{C3750603-1A81-438D-B234-6C06291C4FD5}" dt="2022-07-14T18:14:58.672" v="558"/>
        <pc:sldMkLst>
          <pc:docMk/>
          <pc:sldMk cId="1799670257" sldId="2142533650"/>
        </pc:sldMkLst>
      </pc:sldChg>
      <pc:sldChg chg="ord">
        <pc:chgData name="Shivam R. Solanki" userId="" providerId="" clId="Web-{C3750603-1A81-438D-B234-6C06291C4FD5}" dt="2022-07-14T14:21:48.256" v="8"/>
        <pc:sldMkLst>
          <pc:docMk/>
          <pc:sldMk cId="222312637" sldId="2142533932"/>
        </pc:sldMkLst>
      </pc:sldChg>
      <pc:sldChg chg="ord">
        <pc:chgData name="Shivam R. Solanki" userId="" providerId="" clId="Web-{C3750603-1A81-438D-B234-6C06291C4FD5}" dt="2022-07-14T14:20:39.739" v="2"/>
        <pc:sldMkLst>
          <pc:docMk/>
          <pc:sldMk cId="794571606" sldId="2142533960"/>
        </pc:sldMkLst>
      </pc:sldChg>
      <pc:sldChg chg="modSp ord">
        <pc:chgData name="Shivam R. Solanki" userId="" providerId="" clId="Web-{C3750603-1A81-438D-B234-6C06291C4FD5}" dt="2022-07-14T19:18:38.448" v="674" actId="20577"/>
        <pc:sldMkLst>
          <pc:docMk/>
          <pc:sldMk cId="571576584" sldId="2142534016"/>
        </pc:sldMkLst>
        <pc:spChg chg="mod">
          <ac:chgData name="Shivam R. Solanki" userId="" providerId="" clId="Web-{C3750603-1A81-438D-B234-6C06291C4FD5}" dt="2022-07-14T18:15:26.860" v="585" actId="14100"/>
          <ac:spMkLst>
            <pc:docMk/>
            <pc:sldMk cId="571576584" sldId="2142534016"/>
            <ac:spMk id="2" creationId="{FA2F88D9-A951-42E9-A6AC-427637182469}"/>
          </ac:spMkLst>
        </pc:spChg>
        <pc:spChg chg="mod">
          <ac:chgData name="Shivam R. Solanki" userId="" providerId="" clId="Web-{C3750603-1A81-438D-B234-6C06291C4FD5}" dt="2022-07-14T19:18:38.448" v="674" actId="20577"/>
          <ac:spMkLst>
            <pc:docMk/>
            <pc:sldMk cId="571576584" sldId="2142534016"/>
            <ac:spMk id="4" creationId="{CD067DE2-20D7-4DD0-B2D5-2AB82AD3657B}"/>
          </ac:spMkLst>
        </pc:spChg>
      </pc:sldChg>
      <pc:sldChg chg="ord">
        <pc:chgData name="Shivam R. Solanki" userId="" providerId="" clId="Web-{C3750603-1A81-438D-B234-6C06291C4FD5}" dt="2022-07-14T14:20:11.051" v="1"/>
        <pc:sldMkLst>
          <pc:docMk/>
          <pc:sldMk cId="2693279057" sldId="2142534081"/>
        </pc:sldMkLst>
      </pc:sldChg>
      <pc:sldChg chg="modSp">
        <pc:chgData name="Shivam R. Solanki" userId="" providerId="" clId="Web-{C3750603-1A81-438D-B234-6C06291C4FD5}" dt="2022-07-14T19:47:23.630" v="788" actId="1076"/>
        <pc:sldMkLst>
          <pc:docMk/>
          <pc:sldMk cId="29727273" sldId="2142534082"/>
        </pc:sldMkLst>
        <pc:spChg chg="mod">
          <ac:chgData name="Shivam R. Solanki" userId="" providerId="" clId="Web-{C3750603-1A81-438D-B234-6C06291C4FD5}" dt="2022-07-14T14:53:24.927" v="39" actId="20577"/>
          <ac:spMkLst>
            <pc:docMk/>
            <pc:sldMk cId="29727273" sldId="2142534082"/>
            <ac:spMk id="2" creationId="{6AB1334B-EB7D-6D3D-FC5A-B0B9E4306D22}"/>
          </ac:spMkLst>
        </pc:spChg>
        <pc:graphicFrameChg chg="mod modGraphic">
          <ac:chgData name="Shivam R. Solanki" userId="" providerId="" clId="Web-{C3750603-1A81-438D-B234-6C06291C4FD5}" dt="2022-07-14T19:47:23.630" v="788" actId="1076"/>
          <ac:graphicFrameMkLst>
            <pc:docMk/>
            <pc:sldMk cId="29727273" sldId="2142534082"/>
            <ac:graphicFrameMk id="6" creationId="{B66CC435-4DA8-0AC0-199A-30B4C32DCCAB}"/>
          </ac:graphicFrameMkLst>
        </pc:graphicFrameChg>
      </pc:sldChg>
      <pc:sldChg chg="modSp ord">
        <pc:chgData name="Shivam R. Solanki" userId="" providerId="" clId="Web-{C3750603-1A81-438D-B234-6C06291C4FD5}" dt="2022-07-14T19:48:21.522" v="790" actId="1076"/>
        <pc:sldMkLst>
          <pc:docMk/>
          <pc:sldMk cId="2092853530" sldId="2142534083"/>
        </pc:sldMkLst>
        <pc:spChg chg="mod">
          <ac:chgData name="Shivam R. Solanki" userId="" providerId="" clId="Web-{C3750603-1A81-438D-B234-6C06291C4FD5}" dt="2022-07-14T18:14:21.609" v="557" actId="14100"/>
          <ac:spMkLst>
            <pc:docMk/>
            <pc:sldMk cId="2092853530" sldId="2142534083"/>
            <ac:spMk id="2" creationId="{438CDB14-8E20-BD2C-AE18-9E93BC553628}"/>
          </ac:spMkLst>
        </pc:spChg>
        <pc:spChg chg="mod">
          <ac:chgData name="Shivam R. Solanki" userId="" providerId="" clId="Web-{C3750603-1A81-438D-B234-6C06291C4FD5}" dt="2022-07-14T19:21:36.513" v="765" actId="14100"/>
          <ac:spMkLst>
            <pc:docMk/>
            <pc:sldMk cId="2092853530" sldId="2142534083"/>
            <ac:spMk id="7" creationId="{62EBCEA0-A2C5-EA2C-23E9-D59BBA1E1DF5}"/>
          </ac:spMkLst>
        </pc:spChg>
        <pc:graphicFrameChg chg="mod modGraphic">
          <ac:chgData name="Shivam R. Solanki" userId="" providerId="" clId="Web-{C3750603-1A81-438D-B234-6C06291C4FD5}" dt="2022-07-14T19:48:21.522" v="790" actId="1076"/>
          <ac:graphicFrameMkLst>
            <pc:docMk/>
            <pc:sldMk cId="2092853530" sldId="2142534083"/>
            <ac:graphicFrameMk id="10" creationId="{E88B790F-A630-1264-7540-AEFA5285017B}"/>
          </ac:graphicFrameMkLst>
        </pc:graphicFrameChg>
        <pc:picChg chg="mod">
          <ac:chgData name="Shivam R. Solanki" userId="" providerId="" clId="Web-{C3750603-1A81-438D-B234-6C06291C4FD5}" dt="2022-07-14T19:21:28.247" v="764" actId="1076"/>
          <ac:picMkLst>
            <pc:docMk/>
            <pc:sldMk cId="2092853530" sldId="2142534083"/>
            <ac:picMk id="6" creationId="{5972A3F0-3496-2E10-4C85-FBF78829A44B}"/>
          </ac:picMkLst>
        </pc:picChg>
      </pc:sldChg>
    </pc:docChg>
  </pc:docChgLst>
  <pc:docChgLst>
    <pc:chgData name="MICHAEL SPRIGGS" clId="Web-{C2448B91-5E21-4C44-9DF0-181567049C06}"/>
    <pc:docChg chg="modSld">
      <pc:chgData name="MICHAEL SPRIGGS" userId="" providerId="" clId="Web-{C2448B91-5E21-4C44-9DF0-181567049C06}" dt="2022-07-19T00:08:32.526" v="402" actId="1076"/>
      <pc:docMkLst>
        <pc:docMk/>
      </pc:docMkLst>
      <pc:sldChg chg="modSp">
        <pc:chgData name="MICHAEL SPRIGGS" userId="" providerId="" clId="Web-{C2448B91-5E21-4C44-9DF0-181567049C06}" dt="2022-07-18T21:03:11.786" v="276" actId="20577"/>
        <pc:sldMkLst>
          <pc:docMk/>
          <pc:sldMk cId="2693279057" sldId="2142534081"/>
        </pc:sldMkLst>
        <pc:spChg chg="mod">
          <ac:chgData name="MICHAEL SPRIGGS" userId="" providerId="" clId="Web-{C2448B91-5E21-4C44-9DF0-181567049C06}" dt="2022-07-18T21:03:11.786" v="276" actId="20577"/>
          <ac:spMkLst>
            <pc:docMk/>
            <pc:sldMk cId="2693279057" sldId="2142534081"/>
            <ac:spMk id="3" creationId="{6EB03429-A786-FEC6-2A6E-7CF5A0C501C9}"/>
          </ac:spMkLst>
        </pc:spChg>
      </pc:sldChg>
      <pc:sldChg chg="modSp">
        <pc:chgData name="MICHAEL SPRIGGS" userId="" providerId="" clId="Web-{C2448B91-5E21-4C44-9DF0-181567049C06}" dt="2022-07-19T00:08:32.526" v="402" actId="1076"/>
        <pc:sldMkLst>
          <pc:docMk/>
          <pc:sldMk cId="4232573764" sldId="2142534089"/>
        </pc:sldMkLst>
        <pc:spChg chg="mod">
          <ac:chgData name="MICHAEL SPRIGGS" userId="" providerId="" clId="Web-{C2448B91-5E21-4C44-9DF0-181567049C06}" dt="2022-07-19T00:04:36.474" v="288" actId="20577"/>
          <ac:spMkLst>
            <pc:docMk/>
            <pc:sldMk cId="4232573764" sldId="2142534089"/>
            <ac:spMk id="2" creationId="{40EF35A7-1C83-CF78-A942-495F7F9914BC}"/>
          </ac:spMkLst>
        </pc:spChg>
        <pc:spChg chg="mod">
          <ac:chgData name="MICHAEL SPRIGGS" userId="" providerId="" clId="Web-{C2448B91-5E21-4C44-9DF0-181567049C06}" dt="2022-07-19T00:08:32.526" v="402" actId="1076"/>
          <ac:spMkLst>
            <pc:docMk/>
            <pc:sldMk cId="4232573764" sldId="2142534089"/>
            <ac:spMk id="3" creationId="{6EB03429-A786-FEC6-2A6E-7CF5A0C501C9}"/>
          </ac:spMkLst>
        </pc:spChg>
      </pc:sldChg>
      <pc:sldChg chg="modSp">
        <pc:chgData name="MICHAEL SPRIGGS" userId="" providerId="" clId="Web-{C2448B91-5E21-4C44-9DF0-181567049C06}" dt="2022-07-19T00:08:09.666" v="401" actId="1076"/>
        <pc:sldMkLst>
          <pc:docMk/>
          <pc:sldMk cId="459433727" sldId="2142534090"/>
        </pc:sldMkLst>
        <pc:spChg chg="mod">
          <ac:chgData name="MICHAEL SPRIGGS" userId="" providerId="" clId="Web-{C2448B91-5E21-4C44-9DF0-181567049C06}" dt="2022-07-19T00:08:09.666" v="401" actId="1076"/>
          <ac:spMkLst>
            <pc:docMk/>
            <pc:sldMk cId="459433727" sldId="2142534090"/>
            <ac:spMk id="3" creationId="{6EB03429-A786-FEC6-2A6E-7CF5A0C501C9}"/>
          </ac:spMkLst>
        </pc:spChg>
      </pc:sldChg>
    </pc:docChg>
  </pc:docChgLst>
  <pc:docChgLst>
    <pc:chgData name="Shivam R. Solanki" clId="Web-{7FDA52F2-4B1D-4925-83FF-B8CB53A10BB9}"/>
    <pc:docChg chg="addSld modSld sldOrd">
      <pc:chgData name="Shivam R. Solanki" userId="" providerId="" clId="Web-{7FDA52F2-4B1D-4925-83FF-B8CB53A10BB9}" dt="2022-07-15T21:38:38.051" v="1264" actId="1076"/>
      <pc:docMkLst>
        <pc:docMk/>
      </pc:docMkLst>
      <pc:sldChg chg="modSp">
        <pc:chgData name="Shivam R. Solanki" userId="" providerId="" clId="Web-{7FDA52F2-4B1D-4925-83FF-B8CB53A10BB9}" dt="2022-07-15T20:24:30.498" v="886" actId="20577"/>
        <pc:sldMkLst>
          <pc:docMk/>
          <pc:sldMk cId="571576584" sldId="2142534016"/>
        </pc:sldMkLst>
        <pc:spChg chg="mod">
          <ac:chgData name="Shivam R. Solanki" userId="" providerId="" clId="Web-{7FDA52F2-4B1D-4925-83FF-B8CB53A10BB9}" dt="2022-07-15T17:33:48.186" v="816" actId="20577"/>
          <ac:spMkLst>
            <pc:docMk/>
            <pc:sldMk cId="571576584" sldId="2142534016"/>
            <ac:spMk id="2" creationId="{FA2F88D9-A951-42E9-A6AC-427637182469}"/>
          </ac:spMkLst>
        </pc:spChg>
        <pc:spChg chg="mod">
          <ac:chgData name="Shivam R. Solanki" userId="" providerId="" clId="Web-{7FDA52F2-4B1D-4925-83FF-B8CB53A10BB9}" dt="2022-07-15T20:24:30.498" v="886" actId="20577"/>
          <ac:spMkLst>
            <pc:docMk/>
            <pc:sldMk cId="571576584" sldId="2142534016"/>
            <ac:spMk id="3" creationId="{F8BEA012-D1A7-4846-92CD-40A58508DC11}"/>
          </ac:spMkLst>
        </pc:spChg>
      </pc:sldChg>
      <pc:sldChg chg="modSp">
        <pc:chgData name="Shivam R. Solanki" userId="" providerId="" clId="Web-{7FDA52F2-4B1D-4925-83FF-B8CB53A10BB9}" dt="2022-07-15T21:37:44.191" v="1261" actId="20577"/>
        <pc:sldMkLst>
          <pc:docMk/>
          <pc:sldMk cId="29727273" sldId="2142534082"/>
        </pc:sldMkLst>
        <pc:spChg chg="mod">
          <ac:chgData name="Shivam R. Solanki" userId="" providerId="" clId="Web-{7FDA52F2-4B1D-4925-83FF-B8CB53A10BB9}" dt="2022-07-15T17:07:34.502" v="198" actId="20577"/>
          <ac:spMkLst>
            <pc:docMk/>
            <pc:sldMk cId="29727273" sldId="2142534082"/>
            <ac:spMk id="2" creationId="{6AB1334B-EB7D-6D3D-FC5A-B0B9E4306D22}"/>
          </ac:spMkLst>
        </pc:spChg>
        <pc:graphicFrameChg chg="modGraphic">
          <ac:chgData name="Shivam R. Solanki" userId="" providerId="" clId="Web-{7FDA52F2-4B1D-4925-83FF-B8CB53A10BB9}" dt="2022-07-15T21:37:44.191" v="1261" actId="20577"/>
          <ac:graphicFrameMkLst>
            <pc:docMk/>
            <pc:sldMk cId="29727273" sldId="2142534082"/>
            <ac:graphicFrameMk id="6" creationId="{B66CC435-4DA8-0AC0-199A-30B4C32DCCAB}"/>
          </ac:graphicFrameMkLst>
        </pc:graphicFrameChg>
      </pc:sldChg>
      <pc:sldChg chg="modSp add ord replId">
        <pc:chgData name="Shivam R. Solanki" userId="" providerId="" clId="Web-{7FDA52F2-4B1D-4925-83FF-B8CB53A10BB9}" dt="2022-07-15T17:35:59.530" v="848" actId="20577"/>
        <pc:sldMkLst>
          <pc:docMk/>
          <pc:sldMk cId="2909083938" sldId="2142534086"/>
        </pc:sldMkLst>
        <pc:graphicFrameChg chg="modGraphic">
          <ac:chgData name="Shivam R. Solanki" userId="" providerId="" clId="Web-{7FDA52F2-4B1D-4925-83FF-B8CB53A10BB9}" dt="2022-07-15T17:35:59.530" v="848" actId="20577"/>
          <ac:graphicFrameMkLst>
            <pc:docMk/>
            <pc:sldMk cId="2909083938" sldId="2142534086"/>
            <ac:graphicFrameMk id="6" creationId="{B66CC435-4DA8-0AC0-199A-30B4C32DCCAB}"/>
          </ac:graphicFrameMkLst>
        </pc:graphicFrameChg>
      </pc:sldChg>
      <pc:sldChg chg="modSp add replId modNotes">
        <pc:chgData name="Shivam R. Solanki" userId="" providerId="" clId="Web-{7FDA52F2-4B1D-4925-83FF-B8CB53A10BB9}" dt="2022-07-15T21:38:38.051" v="1264" actId="1076"/>
        <pc:sldMkLst>
          <pc:docMk/>
          <pc:sldMk cId="3528185574" sldId="2142534087"/>
        </pc:sldMkLst>
        <pc:spChg chg="mod">
          <ac:chgData name="Shivam R. Solanki" userId="" providerId="" clId="Web-{7FDA52F2-4B1D-4925-83FF-B8CB53A10BB9}" dt="2022-07-15T20:30:47.989" v="1011" actId="20577"/>
          <ac:spMkLst>
            <pc:docMk/>
            <pc:sldMk cId="3528185574" sldId="2142534087"/>
            <ac:spMk id="2" creationId="{FA2F88D9-A951-42E9-A6AC-427637182469}"/>
          </ac:spMkLst>
        </pc:spChg>
        <pc:spChg chg="mod">
          <ac:chgData name="Shivam R. Solanki" userId="" providerId="" clId="Web-{7FDA52F2-4B1D-4925-83FF-B8CB53A10BB9}" dt="2022-07-15T21:38:38.051" v="1264" actId="1076"/>
          <ac:spMkLst>
            <pc:docMk/>
            <pc:sldMk cId="3528185574" sldId="2142534087"/>
            <ac:spMk id="3" creationId="{F8BEA012-D1A7-4846-92CD-40A58508DC11}"/>
          </ac:spMkLst>
        </pc:spChg>
      </pc:sldChg>
    </pc:docChg>
  </pc:docChgLst>
  <pc:docChgLst>
    <pc:chgData name="MICHAEL SPRIGGS" clId="Web-{3B927276-74AC-473A-A954-EFA0A109CB6F}"/>
    <pc:docChg chg="addSld modSld">
      <pc:chgData name="MICHAEL SPRIGGS" userId="" providerId="" clId="Web-{3B927276-74AC-473A-A954-EFA0A109CB6F}" dt="2022-07-17T00:52:55.490" v="759" actId="20577"/>
      <pc:docMkLst>
        <pc:docMk/>
      </pc:docMkLst>
      <pc:sldChg chg="modSp">
        <pc:chgData name="MICHAEL SPRIGGS" userId="" providerId="" clId="Web-{3B927276-74AC-473A-A954-EFA0A109CB6F}" dt="2022-07-17T00:12:36.206" v="383" actId="20577"/>
        <pc:sldMkLst>
          <pc:docMk/>
          <pc:sldMk cId="2693279057" sldId="2142534081"/>
        </pc:sldMkLst>
        <pc:spChg chg="mod">
          <ac:chgData name="MICHAEL SPRIGGS" userId="" providerId="" clId="Web-{3B927276-74AC-473A-A954-EFA0A109CB6F}" dt="2022-07-17T00:12:36.206" v="383" actId="20577"/>
          <ac:spMkLst>
            <pc:docMk/>
            <pc:sldMk cId="2693279057" sldId="2142534081"/>
            <ac:spMk id="3" creationId="{6EB03429-A786-FEC6-2A6E-7CF5A0C501C9}"/>
          </ac:spMkLst>
        </pc:spChg>
      </pc:sldChg>
      <pc:sldChg chg="addSp delSp modSp">
        <pc:chgData name="MICHAEL SPRIGGS" userId="" providerId="" clId="Web-{3B927276-74AC-473A-A954-EFA0A109CB6F}" dt="2022-07-17T00:10:26.344" v="358" actId="1076"/>
        <pc:sldMkLst>
          <pc:docMk/>
          <pc:sldMk cId="129140484" sldId="2142534088"/>
        </pc:sldMkLst>
        <pc:spChg chg="add del">
          <ac:chgData name="MICHAEL SPRIGGS" userId="" providerId="" clId="Web-{3B927276-74AC-473A-A954-EFA0A109CB6F}" dt="2022-07-16T23:53:37.954" v="175"/>
          <ac:spMkLst>
            <pc:docMk/>
            <pc:sldMk cId="129140484" sldId="2142534088"/>
            <ac:spMk id="2" creationId="{611189C3-C346-0AFC-7237-FEA8F6BBA90F}"/>
          </ac:spMkLst>
        </pc:spChg>
        <pc:spChg chg="add mod">
          <ac:chgData name="MICHAEL SPRIGGS" userId="" providerId="" clId="Web-{3B927276-74AC-473A-A954-EFA0A109CB6F}" dt="2022-07-17T00:10:22.282" v="357" actId="20577"/>
          <ac:spMkLst>
            <pc:docMk/>
            <pc:sldMk cId="129140484" sldId="2142534088"/>
            <ac:spMk id="3" creationId="{E5B1B6F3-E124-13AF-38C0-FF4D29453405}"/>
          </ac:spMkLst>
        </pc:spChg>
        <pc:grpChg chg="mod">
          <ac:chgData name="MICHAEL SPRIGGS" userId="" providerId="" clId="Web-{3B927276-74AC-473A-A954-EFA0A109CB6F}" dt="2022-07-17T00:10:26.344" v="358" actId="1076"/>
          <ac:grpSpMkLst>
            <pc:docMk/>
            <pc:sldMk cId="129140484" sldId="2142534088"/>
            <ac:grpSpMk id="19" creationId="{E98BD95F-DEB8-407A-1E04-5DE373ED7603}"/>
          </ac:grpSpMkLst>
        </pc:grpChg>
      </pc:sldChg>
      <pc:sldChg chg="modSp">
        <pc:chgData name="MICHAEL SPRIGGS" userId="" providerId="" clId="Web-{3B927276-74AC-473A-A954-EFA0A109CB6F}" dt="2022-07-17T00:08:56.499" v="342" actId="20577"/>
        <pc:sldMkLst>
          <pc:docMk/>
          <pc:sldMk cId="4232573764" sldId="2142534089"/>
        </pc:sldMkLst>
        <pc:spChg chg="mod">
          <ac:chgData name="MICHAEL SPRIGGS" userId="" providerId="" clId="Web-{3B927276-74AC-473A-A954-EFA0A109CB6F}" dt="2022-07-17T00:08:56.499" v="342" actId="20577"/>
          <ac:spMkLst>
            <pc:docMk/>
            <pc:sldMk cId="4232573764" sldId="2142534089"/>
            <ac:spMk id="2" creationId="{40EF35A7-1C83-CF78-A942-495F7F9914BC}"/>
          </ac:spMkLst>
        </pc:spChg>
        <pc:spChg chg="mod">
          <ac:chgData name="MICHAEL SPRIGGS" userId="" providerId="" clId="Web-{3B927276-74AC-473A-A954-EFA0A109CB6F}" dt="2022-07-16T23:58:21.568" v="197" actId="20577"/>
          <ac:spMkLst>
            <pc:docMk/>
            <pc:sldMk cId="4232573764" sldId="2142534089"/>
            <ac:spMk id="3" creationId="{6EB03429-A786-FEC6-2A6E-7CF5A0C501C9}"/>
          </ac:spMkLst>
        </pc:spChg>
      </pc:sldChg>
      <pc:sldChg chg="modSp add replId">
        <pc:chgData name="MICHAEL SPRIGGS" userId="" providerId="" clId="Web-{3B927276-74AC-473A-A954-EFA0A109CB6F}" dt="2022-07-17T00:52:55.490" v="759" actId="20577"/>
        <pc:sldMkLst>
          <pc:docMk/>
          <pc:sldMk cId="459433727" sldId="2142534090"/>
        </pc:sldMkLst>
        <pc:spChg chg="mod">
          <ac:chgData name="MICHAEL SPRIGGS" userId="" providerId="" clId="Web-{3B927276-74AC-473A-A954-EFA0A109CB6F}" dt="2022-07-17T00:03:01.259" v="238" actId="20577"/>
          <ac:spMkLst>
            <pc:docMk/>
            <pc:sldMk cId="459433727" sldId="2142534090"/>
            <ac:spMk id="2" creationId="{40EF35A7-1C83-CF78-A942-495F7F9914BC}"/>
          </ac:spMkLst>
        </pc:spChg>
        <pc:spChg chg="mod">
          <ac:chgData name="MICHAEL SPRIGGS" userId="" providerId="" clId="Web-{3B927276-74AC-473A-A954-EFA0A109CB6F}" dt="2022-07-17T00:52:55.490" v="759" actId="20577"/>
          <ac:spMkLst>
            <pc:docMk/>
            <pc:sldMk cId="459433727" sldId="2142534090"/>
            <ac:spMk id="3" creationId="{6EB03429-A786-FEC6-2A6E-7CF5A0C501C9}"/>
          </ac:spMkLst>
        </pc:spChg>
      </pc:sldChg>
    </pc:docChg>
  </pc:docChgLst>
  <pc:docChgLst>
    <pc:chgData name="MICHAEL SPRIGGS" clId="Web-{E0731F94-7741-45BB-A74A-0DBE4B2A207A}"/>
    <pc:docChg chg="addSld modSld sldOrd">
      <pc:chgData name="MICHAEL SPRIGGS" userId="" providerId="" clId="Web-{E0731F94-7741-45BB-A74A-0DBE4B2A207A}" dt="2022-07-14T20:11:01.245" v="385" actId="1076"/>
      <pc:docMkLst>
        <pc:docMk/>
      </pc:docMkLst>
      <pc:sldChg chg="delSp modSp">
        <pc:chgData name="MICHAEL SPRIGGS" userId="" providerId="" clId="Web-{E0731F94-7741-45BB-A74A-0DBE4B2A207A}" dt="2022-07-14T20:11:01.245" v="385" actId="1076"/>
        <pc:sldMkLst>
          <pc:docMk/>
          <pc:sldMk cId="2693279057" sldId="2142534081"/>
        </pc:sldMkLst>
        <pc:spChg chg="mod">
          <ac:chgData name="MICHAEL SPRIGGS" userId="" providerId="" clId="Web-{E0731F94-7741-45BB-A74A-0DBE4B2A207A}" dt="2022-07-14T20:01:29.632" v="55" actId="20577"/>
          <ac:spMkLst>
            <pc:docMk/>
            <pc:sldMk cId="2693279057" sldId="2142534081"/>
            <ac:spMk id="2" creationId="{40EF35A7-1C83-CF78-A942-495F7F9914BC}"/>
          </ac:spMkLst>
        </pc:spChg>
        <pc:spChg chg="mod">
          <ac:chgData name="MICHAEL SPRIGGS" userId="" providerId="" clId="Web-{E0731F94-7741-45BB-A74A-0DBE4B2A207A}" dt="2022-07-14T20:10:49.823" v="382" actId="20577"/>
          <ac:spMkLst>
            <pc:docMk/>
            <pc:sldMk cId="2693279057" sldId="2142534081"/>
            <ac:spMk id="3" creationId="{6EB03429-A786-FEC6-2A6E-7CF5A0C501C9}"/>
          </ac:spMkLst>
        </pc:spChg>
        <pc:spChg chg="mod">
          <ac:chgData name="MICHAEL SPRIGGS" userId="" providerId="" clId="Web-{E0731F94-7741-45BB-A74A-0DBE4B2A207A}" dt="2022-07-14T20:10:57.432" v="384" actId="1076"/>
          <ac:spMkLst>
            <pc:docMk/>
            <pc:sldMk cId="2693279057" sldId="2142534081"/>
            <ac:spMk id="12" creationId="{D6788F34-5260-A6CF-62A0-6B6199216ED5}"/>
          </ac:spMkLst>
        </pc:spChg>
        <pc:spChg chg="del">
          <ac:chgData name="MICHAEL SPRIGGS" userId="" providerId="" clId="Web-{E0731F94-7741-45BB-A74A-0DBE4B2A207A}" dt="2022-07-14T20:01:01.179" v="34"/>
          <ac:spMkLst>
            <pc:docMk/>
            <pc:sldMk cId="2693279057" sldId="2142534081"/>
            <ac:spMk id="14" creationId="{C0236CF4-B219-93D3-0490-2B47769E5BA2}"/>
          </ac:spMkLst>
        </pc:spChg>
        <pc:spChg chg="mod">
          <ac:chgData name="MICHAEL SPRIGGS" userId="" providerId="" clId="Web-{E0731F94-7741-45BB-A74A-0DBE4B2A207A}" dt="2022-07-14T20:11:01.245" v="385" actId="1076"/>
          <ac:spMkLst>
            <pc:docMk/>
            <pc:sldMk cId="2693279057" sldId="2142534081"/>
            <ac:spMk id="18" creationId="{2A6C39E5-1747-A097-3DB4-9CE1158080B3}"/>
          </ac:spMkLst>
        </pc:spChg>
        <pc:spChg chg="del">
          <ac:chgData name="MICHAEL SPRIGGS" userId="" providerId="" clId="Web-{E0731F94-7741-45BB-A74A-0DBE4B2A207A}" dt="2022-07-14T20:01:02.304" v="35"/>
          <ac:spMkLst>
            <pc:docMk/>
            <pc:sldMk cId="2693279057" sldId="2142534081"/>
            <ac:spMk id="19" creationId="{D43F08B6-C3AD-34AC-1EC2-157F7506D87F}"/>
          </ac:spMkLst>
        </pc:spChg>
        <pc:picChg chg="mod">
          <ac:chgData name="MICHAEL SPRIGGS" userId="" providerId="" clId="Web-{E0731F94-7741-45BB-A74A-0DBE4B2A207A}" dt="2022-07-14T20:10:53.042" v="383" actId="1076"/>
          <ac:picMkLst>
            <pc:docMk/>
            <pc:sldMk cId="2693279057" sldId="2142534081"/>
            <ac:picMk id="11" creationId="{26CE112B-93CB-AFB5-C0F1-275F88460326}"/>
          </ac:picMkLst>
        </pc:picChg>
        <pc:picChg chg="del">
          <ac:chgData name="MICHAEL SPRIGGS" userId="" providerId="" clId="Web-{E0731F94-7741-45BB-A74A-0DBE4B2A207A}" dt="2022-07-14T20:01:00.351" v="33"/>
          <ac:picMkLst>
            <pc:docMk/>
            <pc:sldMk cId="2693279057" sldId="2142534081"/>
            <ac:picMk id="13" creationId="{F226A0CA-E405-716D-F697-DFC80EEF81AE}"/>
          </ac:picMkLst>
        </pc:picChg>
      </pc:sldChg>
      <pc:sldChg chg="addSp delSp modSp add ord replId">
        <pc:chgData name="MICHAEL SPRIGGS" userId="" providerId="" clId="Web-{E0731F94-7741-45BB-A74A-0DBE4B2A207A}" dt="2022-07-14T20:00:08.257" v="30"/>
        <pc:sldMkLst>
          <pc:docMk/>
          <pc:sldMk cId="3867429867" sldId="2142534084"/>
        </pc:sldMkLst>
        <pc:spChg chg="mod">
          <ac:chgData name="MICHAEL SPRIGGS" userId="" providerId="" clId="Web-{E0731F94-7741-45BB-A74A-0DBE4B2A207A}" dt="2022-07-14T20:00:02.882" v="29" actId="20577"/>
          <ac:spMkLst>
            <pc:docMk/>
            <pc:sldMk cId="3867429867" sldId="2142534084"/>
            <ac:spMk id="2" creationId="{40EF35A7-1C83-CF78-A942-495F7F9914BC}"/>
          </ac:spMkLst>
        </pc:spChg>
        <pc:spChg chg="del mod">
          <ac:chgData name="MICHAEL SPRIGGS" userId="" providerId="" clId="Web-{E0731F94-7741-45BB-A74A-0DBE4B2A207A}" dt="2022-07-14T19:59:32.725" v="2"/>
          <ac:spMkLst>
            <pc:docMk/>
            <pc:sldMk cId="3867429867" sldId="2142534084"/>
            <ac:spMk id="3" creationId="{6EB03429-A786-FEC6-2A6E-7CF5A0C501C9}"/>
          </ac:spMkLst>
        </pc:spChg>
        <pc:spChg chg="del">
          <ac:chgData name="MICHAEL SPRIGGS" userId="" providerId="" clId="Web-{E0731F94-7741-45BB-A74A-0DBE4B2A207A}" dt="2022-07-14T19:59:33.991" v="3"/>
          <ac:spMkLst>
            <pc:docMk/>
            <pc:sldMk cId="3867429867" sldId="2142534084"/>
            <ac:spMk id="9" creationId="{889ECC4D-5AAF-50EA-39A4-96113F9BE9F6}"/>
          </ac:spMkLst>
        </pc:spChg>
        <pc:spChg chg="del mod">
          <ac:chgData name="MICHAEL SPRIGGS" userId="" providerId="" clId="Web-{E0731F94-7741-45BB-A74A-0DBE4B2A207A}" dt="2022-07-14T19:59:37.694" v="5"/>
          <ac:spMkLst>
            <pc:docMk/>
            <pc:sldMk cId="3867429867" sldId="2142534084"/>
            <ac:spMk id="10" creationId="{6C401D20-F281-A7B3-BEA9-71F8EBA3C909}"/>
          </ac:spMkLst>
        </pc:spChg>
        <pc:spChg chg="del mod">
          <ac:chgData name="MICHAEL SPRIGGS" userId="" providerId="" clId="Web-{E0731F94-7741-45BB-A74A-0DBE4B2A207A}" dt="2022-07-14T19:59:45.616" v="13"/>
          <ac:spMkLst>
            <pc:docMk/>
            <pc:sldMk cId="3867429867" sldId="2142534084"/>
            <ac:spMk id="12" creationId="{D6788F34-5260-A6CF-62A0-6B6199216ED5}"/>
          </ac:spMkLst>
        </pc:spChg>
        <pc:spChg chg="del">
          <ac:chgData name="MICHAEL SPRIGGS" userId="" providerId="" clId="Web-{E0731F94-7741-45BB-A74A-0DBE4B2A207A}" dt="2022-07-14T19:59:49.491" v="16"/>
          <ac:spMkLst>
            <pc:docMk/>
            <pc:sldMk cId="3867429867" sldId="2142534084"/>
            <ac:spMk id="14" creationId="{C0236CF4-B219-93D3-0490-2B47769E5BA2}"/>
          </ac:spMkLst>
        </pc:spChg>
        <pc:spChg chg="add del mod">
          <ac:chgData name="MICHAEL SPRIGGS" userId="" providerId="" clId="Web-{E0731F94-7741-45BB-A74A-0DBE4B2A207A}" dt="2022-07-14T19:59:54.819" v="19"/>
          <ac:spMkLst>
            <pc:docMk/>
            <pc:sldMk cId="3867429867" sldId="2142534084"/>
            <ac:spMk id="15" creationId="{B5ACF380-0279-A860-53A6-8FE9259A65D0}"/>
          </ac:spMkLst>
        </pc:spChg>
        <pc:spChg chg="del">
          <ac:chgData name="MICHAEL SPRIGGS" userId="" providerId="" clId="Web-{E0731F94-7741-45BB-A74A-0DBE4B2A207A}" dt="2022-07-14T19:59:47.475" v="14"/>
          <ac:spMkLst>
            <pc:docMk/>
            <pc:sldMk cId="3867429867" sldId="2142534084"/>
            <ac:spMk id="18" creationId="{2A6C39E5-1747-A097-3DB4-9CE1158080B3}"/>
          </ac:spMkLst>
        </pc:spChg>
        <pc:spChg chg="del mod">
          <ac:chgData name="MICHAEL SPRIGGS" userId="" providerId="" clId="Web-{E0731F94-7741-45BB-A74A-0DBE4B2A207A}" dt="2022-07-14T19:59:51.647" v="18"/>
          <ac:spMkLst>
            <pc:docMk/>
            <pc:sldMk cId="3867429867" sldId="2142534084"/>
            <ac:spMk id="19" creationId="{D43F08B6-C3AD-34AC-1EC2-157F7506D87F}"/>
          </ac:spMkLst>
        </pc:spChg>
        <pc:spChg chg="del mod">
          <ac:chgData name="MICHAEL SPRIGGS" userId="" providerId="" clId="Web-{E0731F94-7741-45BB-A74A-0DBE4B2A207A}" dt="2022-07-14T19:59:42.413" v="10"/>
          <ac:spMkLst>
            <pc:docMk/>
            <pc:sldMk cId="3867429867" sldId="2142534084"/>
            <ac:spMk id="20" creationId="{9F1C9C67-0D49-2982-53F5-EBE1A6AF1AD0}"/>
          </ac:spMkLst>
        </pc:spChg>
        <pc:picChg chg="del">
          <ac:chgData name="MICHAEL SPRIGGS" userId="" providerId="" clId="Web-{E0731F94-7741-45BB-A74A-0DBE4B2A207A}" dt="2022-07-14T19:59:38.991" v="6"/>
          <ac:picMkLst>
            <pc:docMk/>
            <pc:sldMk cId="3867429867" sldId="2142534084"/>
            <ac:picMk id="6" creationId="{E3313E89-41AF-EABC-1C8C-872DF7110D4C}"/>
          </ac:picMkLst>
        </pc:picChg>
        <pc:picChg chg="del">
          <ac:chgData name="MICHAEL SPRIGGS" userId="" providerId="" clId="Web-{E0731F94-7741-45BB-A74A-0DBE4B2A207A}" dt="2022-07-14T19:59:39.725" v="7"/>
          <ac:picMkLst>
            <pc:docMk/>
            <pc:sldMk cId="3867429867" sldId="2142534084"/>
            <ac:picMk id="7" creationId="{85C5C60B-FBEA-5B76-7892-EABCDB255C49}"/>
          </ac:picMkLst>
        </pc:picChg>
        <pc:picChg chg="del">
          <ac:chgData name="MICHAEL SPRIGGS" userId="" providerId="" clId="Web-{E0731F94-7741-45BB-A74A-0DBE4B2A207A}" dt="2022-07-14T19:59:40.522" v="8"/>
          <ac:picMkLst>
            <pc:docMk/>
            <pc:sldMk cId="3867429867" sldId="2142534084"/>
            <ac:picMk id="8" creationId="{DAC3B350-95E2-E711-EE7D-87E24CE2FC9A}"/>
          </ac:picMkLst>
        </pc:picChg>
        <pc:picChg chg="del">
          <ac:chgData name="MICHAEL SPRIGGS" userId="" providerId="" clId="Web-{E0731F94-7741-45BB-A74A-0DBE4B2A207A}" dt="2022-07-14T19:59:43.069" v="11"/>
          <ac:picMkLst>
            <pc:docMk/>
            <pc:sldMk cId="3867429867" sldId="2142534084"/>
            <ac:picMk id="11" creationId="{26CE112B-93CB-AFB5-C0F1-275F88460326}"/>
          </ac:picMkLst>
        </pc:picChg>
        <pc:picChg chg="del">
          <ac:chgData name="MICHAEL SPRIGGS" userId="" providerId="" clId="Web-{E0731F94-7741-45BB-A74A-0DBE4B2A207A}" dt="2022-07-14T19:59:48.632" v="15"/>
          <ac:picMkLst>
            <pc:docMk/>
            <pc:sldMk cId="3867429867" sldId="2142534084"/>
            <ac:picMk id="13" creationId="{F226A0CA-E405-716D-F697-DFC80EEF81AE}"/>
          </ac:picMkLst>
        </pc:picChg>
      </pc:sldChg>
      <pc:sldChg chg="add ord replId">
        <pc:chgData name="MICHAEL SPRIGGS" userId="" providerId="" clId="Web-{E0731F94-7741-45BB-A74A-0DBE4B2A207A}" dt="2022-07-14T20:00:27.788" v="32"/>
        <pc:sldMkLst>
          <pc:docMk/>
          <pc:sldMk cId="629181825" sldId="2142534085"/>
        </pc:sldMkLst>
      </pc:sldChg>
    </pc:docChg>
  </pc:docChgLst>
  <pc:docChgLst>
    <pc:chgData name="Shivam R. Solanki" clId="Web-{FF31CF53-406D-4CF4-A7F6-85E63F1F2117}"/>
    <pc:docChg chg="addSld delSld modSld">
      <pc:chgData name="Shivam R. Solanki" userId="" providerId="" clId="Web-{FF31CF53-406D-4CF4-A7F6-85E63F1F2117}" dt="2022-08-05T14:53:14.726" v="3"/>
      <pc:docMkLst>
        <pc:docMk/>
      </pc:docMkLst>
      <pc:sldChg chg="modSp add del replId">
        <pc:chgData name="Shivam R. Solanki" userId="" providerId="" clId="Web-{FF31CF53-406D-4CF4-A7F6-85E63F1F2117}" dt="2022-08-05T14:53:14.726" v="3"/>
        <pc:sldMkLst>
          <pc:docMk/>
          <pc:sldMk cId="4097700599" sldId="2142534091"/>
        </pc:sldMkLst>
        <pc:picChg chg="mod">
          <ac:chgData name="Shivam R. Solanki" userId="" providerId="" clId="Web-{FF31CF53-406D-4CF4-A7F6-85E63F1F2117}" dt="2022-08-04T22:18:13.797" v="2" actId="1076"/>
          <ac:picMkLst>
            <pc:docMk/>
            <pc:sldMk cId="4097700599" sldId="2142534091"/>
            <ac:picMk id="16" creationId="{664C1E3D-8A6B-1D4C-E70B-9E7D41A31FFA}"/>
          </ac:picMkLst>
        </pc:picChg>
      </pc:sldChg>
    </pc:docChg>
  </pc:docChgLst>
  <pc:docChgLst>
    <pc:chgData name="Timothy Robinson" clId="Web-{83E1B7A7-6268-4904-9465-15045FA4E702}"/>
    <pc:docChg chg="modSld">
      <pc:chgData name="Timothy Robinson" userId="" providerId="" clId="Web-{83E1B7A7-6268-4904-9465-15045FA4E702}" dt="2022-08-12T22:44:03.349" v="5" actId="20577"/>
      <pc:docMkLst>
        <pc:docMk/>
      </pc:docMkLst>
      <pc:sldChg chg="modSp">
        <pc:chgData name="Timothy Robinson" userId="" providerId="" clId="Web-{83E1B7A7-6268-4904-9465-15045FA4E702}" dt="2022-08-12T22:43:50.911" v="1" actId="20577"/>
        <pc:sldMkLst>
          <pc:docMk/>
          <pc:sldMk cId="2532235669" sldId="256"/>
        </pc:sldMkLst>
        <pc:spChg chg="mod">
          <ac:chgData name="Timothy Robinson" userId="" providerId="" clId="Web-{83E1B7A7-6268-4904-9465-15045FA4E702}" dt="2022-08-12T22:43:47.865" v="0" actId="20577"/>
          <ac:spMkLst>
            <pc:docMk/>
            <pc:sldMk cId="2532235669" sldId="256"/>
            <ac:spMk id="5" creationId="{7FC81363-97F4-EF38-71D3-B44F655865F8}"/>
          </ac:spMkLst>
        </pc:spChg>
        <pc:spChg chg="mod">
          <ac:chgData name="Timothy Robinson" userId="" providerId="" clId="Web-{83E1B7A7-6268-4904-9465-15045FA4E702}" dt="2022-08-12T22:43:50.911" v="1" actId="20577"/>
          <ac:spMkLst>
            <pc:docMk/>
            <pc:sldMk cId="2532235669" sldId="256"/>
            <ac:spMk id="6" creationId="{08BD5095-CB6F-5B8E-A2FB-DCAA5866A65C}"/>
          </ac:spMkLst>
        </pc:spChg>
      </pc:sldChg>
      <pc:sldChg chg="modSp">
        <pc:chgData name="Timothy Robinson" userId="" providerId="" clId="Web-{83E1B7A7-6268-4904-9465-15045FA4E702}" dt="2022-08-12T22:44:03.349" v="5" actId="20577"/>
        <pc:sldMkLst>
          <pc:docMk/>
          <pc:sldMk cId="161400544" sldId="257"/>
        </pc:sldMkLst>
        <pc:spChg chg="mod">
          <ac:chgData name="Timothy Robinson" userId="" providerId="" clId="Web-{83E1B7A7-6268-4904-9465-15045FA4E702}" dt="2022-08-12T22:44:03.349" v="5" actId="20577"/>
          <ac:spMkLst>
            <pc:docMk/>
            <pc:sldMk cId="161400544" sldId="257"/>
            <ac:spMk id="4" creationId="{B2D198C9-117A-F2D9-7789-1ACFBF4DC4A0}"/>
          </ac:spMkLst>
        </pc:spChg>
      </pc:sldChg>
      <pc:sldChg chg="modSp">
        <pc:chgData name="Timothy Robinson" userId="" providerId="" clId="Web-{83E1B7A7-6268-4904-9465-15045FA4E702}" dt="2022-08-12T22:43:57.505" v="3" actId="20577"/>
        <pc:sldMkLst>
          <pc:docMk/>
          <pc:sldMk cId="29727273" sldId="2142534082"/>
        </pc:sldMkLst>
        <pc:spChg chg="mod">
          <ac:chgData name="Timothy Robinson" userId="" providerId="" clId="Web-{83E1B7A7-6268-4904-9465-15045FA4E702}" dt="2022-08-12T22:43:57.505" v="3" actId="20577"/>
          <ac:spMkLst>
            <pc:docMk/>
            <pc:sldMk cId="29727273" sldId="2142534082"/>
            <ac:spMk id="4" creationId="{892EB0A3-DDA2-5656-8EC0-F284114BCB2C}"/>
          </ac:spMkLst>
        </pc:spChg>
      </pc:sldChg>
      <pc:sldChg chg="modSp">
        <pc:chgData name="Timothy Robinson" userId="" providerId="" clId="Web-{83E1B7A7-6268-4904-9465-15045FA4E702}" dt="2022-08-12T22:44:00.755" v="4" actId="20577"/>
        <pc:sldMkLst>
          <pc:docMk/>
          <pc:sldMk cId="2092853530" sldId="2142534083"/>
        </pc:sldMkLst>
        <pc:spChg chg="mod">
          <ac:chgData name="Timothy Robinson" userId="" providerId="" clId="Web-{83E1B7A7-6268-4904-9465-15045FA4E702}" dt="2022-08-12T22:44:00.755" v="4" actId="20577"/>
          <ac:spMkLst>
            <pc:docMk/>
            <pc:sldMk cId="2092853530" sldId="2142534083"/>
            <ac:spMk id="4" creationId="{DFC89488-A171-9B22-8829-C6DD689119BB}"/>
          </ac:spMkLst>
        </pc:spChg>
      </pc:sldChg>
      <pc:sldChg chg="modSp">
        <pc:chgData name="Timothy Robinson" userId="" providerId="" clId="Web-{83E1B7A7-6268-4904-9465-15045FA4E702}" dt="2022-08-12T22:43:53.443" v="2" actId="20577"/>
        <pc:sldMkLst>
          <pc:docMk/>
          <pc:sldMk cId="2909083938" sldId="2142534086"/>
        </pc:sldMkLst>
        <pc:spChg chg="mod">
          <ac:chgData name="Timothy Robinson" userId="" providerId="" clId="Web-{83E1B7A7-6268-4904-9465-15045FA4E702}" dt="2022-08-12T22:43:53.443" v="2" actId="20577"/>
          <ac:spMkLst>
            <pc:docMk/>
            <pc:sldMk cId="2909083938" sldId="2142534086"/>
            <ac:spMk id="4" creationId="{892EB0A3-DDA2-5656-8EC0-F284114BCB2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6D1343-4661-471F-B8DD-5EEA0E2DBA5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765C67B-F200-4915-BA5F-CCAE24F29D31}">
      <dgm:prSet custT="1"/>
      <dgm:spPr/>
      <dgm:t>
        <a:bodyPr/>
        <a:lstStyle/>
        <a:p>
          <a:pPr>
            <a:lnSpc>
              <a:spcPct val="100000"/>
            </a:lnSpc>
          </a:pPr>
          <a:r>
            <a:rPr lang="en-IN" sz="1800" dirty="0">
              <a:solidFill>
                <a:schemeClr val="bg1"/>
              </a:solidFill>
              <a:effectLst/>
              <a:latin typeface="IBM Plex Sans" panose="020B0503050203000203" pitchFamily="34" charset="0"/>
              <a:ea typeface="Times New Roman" panose="02020603050405020304" pitchFamily="18" charset="0"/>
              <a:cs typeface="Times New Roman" panose="02020603050405020304" pitchFamily="18" charset="0"/>
            </a:rPr>
            <a:t>A type of cloud-computing service that allows you to execute code in response to events without the complex infrastructure typically associated with building and launching micro-services applications. Web Functions are also known as </a:t>
          </a:r>
          <a:r>
            <a:rPr lang="en-IN" sz="1800" dirty="0" err="1">
              <a:solidFill>
                <a:schemeClr val="bg1"/>
              </a:solidFill>
              <a:effectLst/>
              <a:latin typeface="IBM Plex Sans" panose="020B0503050203000203" pitchFamily="34" charset="0"/>
              <a:ea typeface="Times New Roman" panose="02020603050405020304" pitchFamily="18" charset="0"/>
              <a:cs typeface="Times New Roman" panose="02020603050405020304" pitchFamily="18" charset="0"/>
            </a:rPr>
            <a:t>FaaS</a:t>
          </a:r>
          <a:r>
            <a:rPr lang="en-IN" sz="1800" dirty="0">
              <a:solidFill>
                <a:schemeClr val="bg1"/>
              </a:solidFill>
              <a:effectLst/>
              <a:latin typeface="IBM Plex Sans" panose="020B0503050203000203" pitchFamily="34" charset="0"/>
              <a:ea typeface="Times New Roman" panose="02020603050405020304" pitchFamily="18" charset="0"/>
              <a:cs typeface="Times New Roman" panose="02020603050405020304" pitchFamily="18" charset="0"/>
            </a:rPr>
            <a:t> (Function-as-a-Service)</a:t>
          </a:r>
          <a:endParaRPr lang="en-US"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E7F0C210-8690-4FEB-8061-6689CAFD2E41}" type="parTrans" cxnId="{F06DD7B1-3563-4E1D-B8B6-025E4A955C08}">
      <dgm:prSet/>
      <dgm:spPr/>
      <dgm:t>
        <a:bodyPr/>
        <a:lstStyle/>
        <a:p>
          <a:endParaRPr lang="en-US" sz="2400"/>
        </a:p>
      </dgm:t>
    </dgm:pt>
    <dgm:pt modelId="{A7A3A46C-91C0-4C1F-8D6B-544BC9F5081E}" type="sibTrans" cxnId="{F06DD7B1-3563-4E1D-B8B6-025E4A955C08}">
      <dgm:prSet/>
      <dgm:spPr/>
      <dgm:t>
        <a:bodyPr/>
        <a:lstStyle/>
        <a:p>
          <a:endParaRPr lang="en-US" sz="2400"/>
        </a:p>
      </dgm:t>
    </dgm:pt>
    <dgm:pt modelId="{8E80D71A-AC84-4E2A-9CC1-CAB4A85B06B4}">
      <dgm:prSet phldr="0" custT="1"/>
      <dgm:spPr/>
      <dgm:t>
        <a:bodyPr anchor="ctr"/>
        <a:lstStyle/>
        <a:p>
          <a:pPr rtl="0">
            <a:lnSpc>
              <a:spcPct val="100000"/>
            </a:lnSpc>
          </a:pPr>
          <a:r>
            <a:rPr lang="en-IN" sz="2000" b="1" dirty="0">
              <a:latin typeface="IBM Plex Sans" panose="020B0503050203000203" pitchFamily="34" charset="0"/>
            </a:rPr>
            <a:t>Watson Assistant</a:t>
          </a:r>
          <a:endParaRPr lang="en-US" sz="2000" dirty="0">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7FC430E3-9039-4BD2-886E-2001AE94FE5A}" type="parTrans" cxnId="{62DB82F4-2001-4681-A700-C151FFC860C2}">
      <dgm:prSet/>
      <dgm:spPr/>
      <dgm:t>
        <a:bodyPr/>
        <a:lstStyle/>
        <a:p>
          <a:endParaRPr lang="en-GB" sz="2400"/>
        </a:p>
      </dgm:t>
    </dgm:pt>
    <dgm:pt modelId="{4D2DFFFE-151C-4D6B-9FEE-905EE2BBBBC4}" type="sibTrans" cxnId="{62DB82F4-2001-4681-A700-C151FFC860C2}">
      <dgm:prSet/>
      <dgm:spPr/>
      <dgm:t>
        <a:bodyPr/>
        <a:lstStyle/>
        <a:p>
          <a:endParaRPr lang="en-GB" sz="2400"/>
        </a:p>
      </dgm:t>
    </dgm:pt>
    <dgm:pt modelId="{FA1D39F5-78E2-4BAE-AC59-B89007FBC379}">
      <dgm:prSet phldr="0" custT="1"/>
      <dgm:spPr/>
      <dgm:t>
        <a:bodyPr/>
        <a:lstStyle/>
        <a:p>
          <a:pPr>
            <a:lnSpc>
              <a:spcPct val="100000"/>
            </a:lnSpc>
          </a:pPr>
          <a:r>
            <a:rPr lang="en-IN" sz="1800" dirty="0">
              <a:solidFill>
                <a:schemeClr val="bg1"/>
              </a:solidFill>
              <a:latin typeface="IBM Plex Sans" panose="020B0503050203000203" pitchFamily="34" charset="0"/>
            </a:rPr>
            <a:t>An AI-capable chatbot that can allow you to harness the power of AI with minimal technical knowledge across any messaging platform, application, device or channel. This self-help Watson Assistant service provides users with swift, consistent and accurate means of communication along with an ability to improvise and learn from user conversation.</a:t>
          </a:r>
          <a:endParaRPr lang="en-US"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7E1110C4-1C80-4F23-8BC8-6BFB16C55B0C}" type="parTrans" cxnId="{661BC8BC-75D1-4002-BD18-788DC6C29207}">
      <dgm:prSet/>
      <dgm:spPr/>
      <dgm:t>
        <a:bodyPr/>
        <a:lstStyle/>
        <a:p>
          <a:endParaRPr lang="en-GB" sz="2400"/>
        </a:p>
      </dgm:t>
    </dgm:pt>
    <dgm:pt modelId="{6BB62E4C-79BA-44C8-8C10-4B5957B2D2AC}" type="sibTrans" cxnId="{661BC8BC-75D1-4002-BD18-788DC6C29207}">
      <dgm:prSet/>
      <dgm:spPr/>
      <dgm:t>
        <a:bodyPr/>
        <a:lstStyle/>
        <a:p>
          <a:endParaRPr lang="en-GB" sz="2400"/>
        </a:p>
      </dgm:t>
    </dgm:pt>
    <dgm:pt modelId="{EF52BB59-023B-47B8-ABE2-0127C48B0FDF}">
      <dgm:prSet phldr="0" custT="1"/>
      <dgm:spPr/>
      <dgm:t>
        <a:bodyPr anchor="ctr"/>
        <a:lstStyle/>
        <a:p>
          <a:pPr rtl="0">
            <a:lnSpc>
              <a:spcPct val="100000"/>
            </a:lnSpc>
          </a:pPr>
          <a:r>
            <a:rPr lang="en-IN" sz="2000" b="1" dirty="0">
              <a:effectLst/>
              <a:latin typeface="IBM Plex Sans" panose="020B0503050203000203" pitchFamily="34" charset="0"/>
              <a:ea typeface="Times New Roman" panose="02020603050405020304" pitchFamily="18" charset="0"/>
              <a:cs typeface="Times New Roman" panose="02020603050405020304" pitchFamily="18" charset="0"/>
            </a:rPr>
            <a:t>Web Functions</a:t>
          </a:r>
          <a:endParaRPr lang="en-US" sz="2000" dirty="0">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44D1920A-C4C8-4C8B-A197-AEF698ED7603}" type="parTrans" cxnId="{054AD7FF-0559-4A30-9CCB-0B15B8EC6344}">
      <dgm:prSet/>
      <dgm:spPr/>
      <dgm:t>
        <a:bodyPr/>
        <a:lstStyle/>
        <a:p>
          <a:endParaRPr lang="en-GB" sz="2400"/>
        </a:p>
      </dgm:t>
    </dgm:pt>
    <dgm:pt modelId="{F1903AD7-2D68-4899-9097-145F8E16ADFF}" type="sibTrans" cxnId="{054AD7FF-0559-4A30-9CCB-0B15B8EC6344}">
      <dgm:prSet/>
      <dgm:spPr/>
      <dgm:t>
        <a:bodyPr/>
        <a:lstStyle/>
        <a:p>
          <a:endParaRPr lang="en-GB" sz="2400"/>
        </a:p>
      </dgm:t>
    </dgm:pt>
    <dgm:pt modelId="{E547DE56-74BA-6446-B4B9-9451914140C5}" type="pres">
      <dgm:prSet presAssocID="{7E6D1343-4661-471F-B8DD-5EEA0E2DBA5B}" presName="linear" presStyleCnt="0">
        <dgm:presLayoutVars>
          <dgm:animLvl val="lvl"/>
          <dgm:resizeHandles val="exact"/>
        </dgm:presLayoutVars>
      </dgm:prSet>
      <dgm:spPr/>
    </dgm:pt>
    <dgm:pt modelId="{4E83E70B-24E2-46C7-93C6-20A69A2D56FC}" type="pres">
      <dgm:prSet presAssocID="{8E80D71A-AC84-4E2A-9CC1-CAB4A85B06B4}" presName="parentText" presStyleLbl="node1" presStyleIdx="0" presStyleCnt="2" custScaleY="56448" custLinFactNeighborY="-29978">
        <dgm:presLayoutVars>
          <dgm:chMax val="0"/>
          <dgm:bulletEnabled val="1"/>
        </dgm:presLayoutVars>
      </dgm:prSet>
      <dgm:spPr/>
    </dgm:pt>
    <dgm:pt modelId="{5B55AEB8-5DFF-423B-8262-B1525F5B844E}" type="pres">
      <dgm:prSet presAssocID="{8E80D71A-AC84-4E2A-9CC1-CAB4A85B06B4}" presName="childText" presStyleLbl="revTx" presStyleIdx="0" presStyleCnt="2" custLinFactNeighborY="-29064">
        <dgm:presLayoutVars>
          <dgm:bulletEnabled val="1"/>
        </dgm:presLayoutVars>
      </dgm:prSet>
      <dgm:spPr/>
    </dgm:pt>
    <dgm:pt modelId="{6916B0CD-06EC-403F-8F2E-A04BCAE1CE0B}" type="pres">
      <dgm:prSet presAssocID="{EF52BB59-023B-47B8-ABE2-0127C48B0FDF}" presName="parentText" presStyleLbl="node1" presStyleIdx="1" presStyleCnt="2" custScaleY="56448" custLinFactNeighborY="8463">
        <dgm:presLayoutVars>
          <dgm:chMax val="0"/>
          <dgm:bulletEnabled val="1"/>
        </dgm:presLayoutVars>
      </dgm:prSet>
      <dgm:spPr/>
    </dgm:pt>
    <dgm:pt modelId="{423CC9F4-F5A6-4F1E-8662-76D243FE5AF0}" type="pres">
      <dgm:prSet presAssocID="{EF52BB59-023B-47B8-ABE2-0127C48B0FDF}" presName="childText" presStyleLbl="revTx" presStyleIdx="1" presStyleCnt="2" custScaleY="23940" custLinFactNeighborY="8720">
        <dgm:presLayoutVars>
          <dgm:bulletEnabled val="1"/>
        </dgm:presLayoutVars>
      </dgm:prSet>
      <dgm:spPr/>
    </dgm:pt>
  </dgm:ptLst>
  <dgm:cxnLst>
    <dgm:cxn modelId="{125E5018-C49E-450B-BBE5-A55EF83CCB82}" type="presOf" srcId="{8E80D71A-AC84-4E2A-9CC1-CAB4A85B06B4}" destId="{4E83E70B-24E2-46C7-93C6-20A69A2D56FC}" srcOrd="0" destOrd="0" presId="urn:microsoft.com/office/officeart/2005/8/layout/vList2"/>
    <dgm:cxn modelId="{81FFF141-2690-4D3F-ADA8-B133071B36C9}" type="presOf" srcId="{B765C67B-F200-4915-BA5F-CCAE24F29D31}" destId="{423CC9F4-F5A6-4F1E-8662-76D243FE5AF0}" srcOrd="0" destOrd="0" presId="urn:microsoft.com/office/officeart/2005/8/layout/vList2"/>
    <dgm:cxn modelId="{1966A152-C524-E847-941F-D036B6AFFD10}" type="presOf" srcId="{7E6D1343-4661-471F-B8DD-5EEA0E2DBA5B}" destId="{E547DE56-74BA-6446-B4B9-9451914140C5}" srcOrd="0" destOrd="0" presId="urn:microsoft.com/office/officeart/2005/8/layout/vList2"/>
    <dgm:cxn modelId="{63383254-0FB9-4066-B467-9114E31125EB}" type="presOf" srcId="{FA1D39F5-78E2-4BAE-AC59-B89007FBC379}" destId="{5B55AEB8-5DFF-423B-8262-B1525F5B844E}" srcOrd="0" destOrd="0" presId="urn:microsoft.com/office/officeart/2005/8/layout/vList2"/>
    <dgm:cxn modelId="{9085217E-A622-4A92-A6D2-A238BF69CFC7}" type="presOf" srcId="{EF52BB59-023B-47B8-ABE2-0127C48B0FDF}" destId="{6916B0CD-06EC-403F-8F2E-A04BCAE1CE0B}" srcOrd="0" destOrd="0" presId="urn:microsoft.com/office/officeart/2005/8/layout/vList2"/>
    <dgm:cxn modelId="{F06DD7B1-3563-4E1D-B8B6-025E4A955C08}" srcId="{EF52BB59-023B-47B8-ABE2-0127C48B0FDF}" destId="{B765C67B-F200-4915-BA5F-CCAE24F29D31}" srcOrd="0" destOrd="0" parTransId="{E7F0C210-8690-4FEB-8061-6689CAFD2E41}" sibTransId="{A7A3A46C-91C0-4C1F-8D6B-544BC9F5081E}"/>
    <dgm:cxn modelId="{661BC8BC-75D1-4002-BD18-788DC6C29207}" srcId="{8E80D71A-AC84-4E2A-9CC1-CAB4A85B06B4}" destId="{FA1D39F5-78E2-4BAE-AC59-B89007FBC379}" srcOrd="0" destOrd="0" parTransId="{7E1110C4-1C80-4F23-8BC8-6BFB16C55B0C}" sibTransId="{6BB62E4C-79BA-44C8-8C10-4B5957B2D2AC}"/>
    <dgm:cxn modelId="{62DB82F4-2001-4681-A700-C151FFC860C2}" srcId="{7E6D1343-4661-471F-B8DD-5EEA0E2DBA5B}" destId="{8E80D71A-AC84-4E2A-9CC1-CAB4A85B06B4}" srcOrd="0" destOrd="0" parTransId="{7FC430E3-9039-4BD2-886E-2001AE94FE5A}" sibTransId="{4D2DFFFE-151C-4D6B-9FEE-905EE2BBBBC4}"/>
    <dgm:cxn modelId="{054AD7FF-0559-4A30-9CCB-0B15B8EC6344}" srcId="{7E6D1343-4661-471F-B8DD-5EEA0E2DBA5B}" destId="{EF52BB59-023B-47B8-ABE2-0127C48B0FDF}" srcOrd="1" destOrd="0" parTransId="{44D1920A-C4C8-4C8B-A197-AEF698ED7603}" sibTransId="{F1903AD7-2D68-4899-9097-145F8E16ADFF}"/>
    <dgm:cxn modelId="{61714720-AEAA-4E25-8D6C-ACF49F7977AE}" type="presParOf" srcId="{E547DE56-74BA-6446-B4B9-9451914140C5}" destId="{4E83E70B-24E2-46C7-93C6-20A69A2D56FC}" srcOrd="0" destOrd="0" presId="urn:microsoft.com/office/officeart/2005/8/layout/vList2"/>
    <dgm:cxn modelId="{BE6ABBE9-41B6-46AF-BBA3-D0B5324C513F}" type="presParOf" srcId="{E547DE56-74BA-6446-B4B9-9451914140C5}" destId="{5B55AEB8-5DFF-423B-8262-B1525F5B844E}" srcOrd="1" destOrd="0" presId="urn:microsoft.com/office/officeart/2005/8/layout/vList2"/>
    <dgm:cxn modelId="{0466CC4D-33F2-4E69-8430-0ED864CAC547}" type="presParOf" srcId="{E547DE56-74BA-6446-B4B9-9451914140C5}" destId="{6916B0CD-06EC-403F-8F2E-A04BCAE1CE0B}" srcOrd="2" destOrd="0" presId="urn:microsoft.com/office/officeart/2005/8/layout/vList2"/>
    <dgm:cxn modelId="{4A3D6479-5A7B-4865-922C-E4386CBCEB58}" type="presParOf" srcId="{E547DE56-74BA-6446-B4B9-9451914140C5}" destId="{423CC9F4-F5A6-4F1E-8662-76D243FE5AF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6D1343-4661-471F-B8DD-5EEA0E2DBA5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765C67B-F200-4915-BA5F-CCAE24F29D31}">
      <dgm:prSet custT="1"/>
      <dgm:spPr/>
      <dgm:t>
        <a:bodyPr anchor="ctr"/>
        <a:lstStyle/>
        <a:p>
          <a:pPr rtl="0">
            <a:lnSpc>
              <a:spcPct val="100000"/>
            </a:lnSpc>
          </a:pPr>
          <a:endParaRPr lang="en-US" sz="20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E7F0C210-8690-4FEB-8061-6689CAFD2E41}" type="parTrans" cxnId="{F06DD7B1-3563-4E1D-B8B6-025E4A955C08}">
      <dgm:prSet/>
      <dgm:spPr/>
      <dgm:t>
        <a:bodyPr/>
        <a:lstStyle/>
        <a:p>
          <a:endParaRPr lang="en-US" sz="2400"/>
        </a:p>
      </dgm:t>
    </dgm:pt>
    <dgm:pt modelId="{A7A3A46C-91C0-4C1F-8D6B-544BC9F5081E}" type="sibTrans" cxnId="{F06DD7B1-3563-4E1D-B8B6-025E4A955C08}">
      <dgm:prSet/>
      <dgm:spPr/>
      <dgm:t>
        <a:bodyPr/>
        <a:lstStyle/>
        <a:p>
          <a:endParaRPr lang="en-US" sz="2400"/>
        </a:p>
      </dgm:t>
    </dgm:pt>
    <dgm:pt modelId="{D268C430-49E2-46C1-A627-94FF31809CD2}">
      <dgm:prSet phldr="0" custT="1"/>
      <dgm:spPr/>
      <dgm:t>
        <a:bodyPr anchor="ctr"/>
        <a:lstStyle/>
        <a:p>
          <a:pPr rtl="0">
            <a:lnSpc>
              <a:spcPct val="100000"/>
            </a:lnSpc>
          </a:pPr>
          <a:endParaRPr lang="en-US" sz="20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5E88A024-B15B-45F9-BCE6-A77776E2ACBA}" type="parTrans" cxnId="{DB7EF5F3-9381-4AE7-AABF-7AC6AA270F35}">
      <dgm:prSet/>
      <dgm:spPr/>
      <dgm:t>
        <a:bodyPr/>
        <a:lstStyle/>
        <a:p>
          <a:endParaRPr lang="en-US" sz="2400"/>
        </a:p>
      </dgm:t>
    </dgm:pt>
    <dgm:pt modelId="{D00A8565-FCA8-43FC-BBA9-68D318293B43}" type="sibTrans" cxnId="{DB7EF5F3-9381-4AE7-AABF-7AC6AA270F35}">
      <dgm:prSet/>
      <dgm:spPr/>
      <dgm:t>
        <a:bodyPr/>
        <a:lstStyle/>
        <a:p>
          <a:endParaRPr lang="en-US" sz="2400"/>
        </a:p>
      </dgm:t>
    </dgm:pt>
    <dgm:pt modelId="{8E80D71A-AC84-4E2A-9CC1-CAB4A85B06B4}">
      <dgm:prSet phldr="0" custT="1"/>
      <dgm:spPr/>
      <dgm:t>
        <a:bodyPr anchor="ctr"/>
        <a:lstStyle/>
        <a:p>
          <a:pPr rtl="0">
            <a:lnSpc>
              <a:spcPct val="100000"/>
            </a:lnSpc>
          </a:pPr>
          <a:r>
            <a:rPr lang="en-US" sz="2000" dirty="0">
              <a:latin typeface="IBM Plex Sans" panose="020B0503050203000203" pitchFamily="34" charset="0"/>
              <a:ea typeface="Arial Unicode MS" panose="020B0604020202020204" pitchFamily="34" charset="-128"/>
              <a:cs typeface="Arial Unicode MS" panose="020B0604020202020204" pitchFamily="34" charset="-128"/>
            </a:rPr>
            <a:t>Seamless integration with External application APIs</a:t>
          </a:r>
        </a:p>
      </dgm:t>
    </dgm:pt>
    <dgm:pt modelId="{7FC430E3-9039-4BD2-886E-2001AE94FE5A}" type="parTrans" cxnId="{62DB82F4-2001-4681-A700-C151FFC860C2}">
      <dgm:prSet/>
      <dgm:spPr/>
      <dgm:t>
        <a:bodyPr/>
        <a:lstStyle/>
        <a:p>
          <a:endParaRPr lang="en-GB" sz="2400"/>
        </a:p>
      </dgm:t>
    </dgm:pt>
    <dgm:pt modelId="{4D2DFFFE-151C-4D6B-9FEE-905EE2BBBBC4}" type="sibTrans" cxnId="{62DB82F4-2001-4681-A700-C151FFC860C2}">
      <dgm:prSet/>
      <dgm:spPr/>
      <dgm:t>
        <a:bodyPr/>
        <a:lstStyle/>
        <a:p>
          <a:endParaRPr lang="en-GB" sz="2400"/>
        </a:p>
      </dgm:t>
    </dgm:pt>
    <dgm:pt modelId="{FA1D39F5-78E2-4BAE-AC59-B89007FBC379}">
      <dgm:prSet phldr="0" custT="1"/>
      <dgm:spPr/>
      <dgm:t>
        <a:bodyPr anchor="ctr"/>
        <a:lstStyle/>
        <a:p>
          <a:pPr rtl="0">
            <a:lnSpc>
              <a:spcPct val="100000"/>
            </a:lnSpc>
          </a:pPr>
          <a:endParaRPr lang="en-US" sz="20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7E1110C4-1C80-4F23-8BC8-6BFB16C55B0C}" type="parTrans" cxnId="{661BC8BC-75D1-4002-BD18-788DC6C29207}">
      <dgm:prSet/>
      <dgm:spPr/>
      <dgm:t>
        <a:bodyPr/>
        <a:lstStyle/>
        <a:p>
          <a:endParaRPr lang="en-GB" sz="2400"/>
        </a:p>
      </dgm:t>
    </dgm:pt>
    <dgm:pt modelId="{6BB62E4C-79BA-44C8-8C10-4B5957B2D2AC}" type="sibTrans" cxnId="{661BC8BC-75D1-4002-BD18-788DC6C29207}">
      <dgm:prSet/>
      <dgm:spPr/>
      <dgm:t>
        <a:bodyPr/>
        <a:lstStyle/>
        <a:p>
          <a:endParaRPr lang="en-GB" sz="2400"/>
        </a:p>
      </dgm:t>
    </dgm:pt>
    <dgm:pt modelId="{EF52BB59-023B-47B8-ABE2-0127C48B0FDF}">
      <dgm:prSet phldr="0" custT="1"/>
      <dgm:spPr/>
      <dgm:t>
        <a:bodyPr anchor="ctr"/>
        <a:lstStyle/>
        <a:p>
          <a:pPr rtl="0">
            <a:lnSpc>
              <a:spcPct val="100000"/>
            </a:lnSpc>
          </a:pPr>
          <a:r>
            <a:rPr lang="en-IN" sz="2000" dirty="0">
              <a:effectLst/>
              <a:latin typeface="IBM Plex Sans" panose="020B0503050203000203" pitchFamily="34" charset="0"/>
              <a:ea typeface="Arial Unicode MS" panose="020B0604020202020204" pitchFamily="34" charset="-128"/>
              <a:cs typeface="Arial Unicode MS" panose="020B0604020202020204" pitchFamily="34" charset="-128"/>
            </a:rPr>
            <a:t>Pay only for the resources you use, when you use them</a:t>
          </a:r>
          <a:endParaRPr lang="en-US" sz="2000" dirty="0">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44D1920A-C4C8-4C8B-A197-AEF698ED7603}" type="parTrans" cxnId="{054AD7FF-0559-4A30-9CCB-0B15B8EC6344}">
      <dgm:prSet/>
      <dgm:spPr/>
      <dgm:t>
        <a:bodyPr/>
        <a:lstStyle/>
        <a:p>
          <a:endParaRPr lang="en-GB" sz="2400"/>
        </a:p>
      </dgm:t>
    </dgm:pt>
    <dgm:pt modelId="{F1903AD7-2D68-4899-9097-145F8E16ADFF}" type="sibTrans" cxnId="{054AD7FF-0559-4A30-9CCB-0B15B8EC6344}">
      <dgm:prSet/>
      <dgm:spPr/>
      <dgm:t>
        <a:bodyPr/>
        <a:lstStyle/>
        <a:p>
          <a:endParaRPr lang="en-GB" sz="2400"/>
        </a:p>
      </dgm:t>
    </dgm:pt>
    <dgm:pt modelId="{A1EF640E-FD3C-4DBD-99D3-308424910D86}">
      <dgm:prSet phldr="0" custT="1"/>
      <dgm:spPr/>
      <dgm:t>
        <a:bodyPr anchor="ctr"/>
        <a:lstStyle/>
        <a:p>
          <a:pPr rtl="0">
            <a:lnSpc>
              <a:spcPct val="100000"/>
            </a:lnSpc>
          </a:pPr>
          <a:r>
            <a:rPr lang="en-IN" sz="2000" dirty="0">
              <a:effectLst/>
              <a:latin typeface="IBM Plex Sans" panose="020B0503050203000203" pitchFamily="34" charset="0"/>
              <a:ea typeface="Arial Unicode MS" panose="020B0604020202020204" pitchFamily="34" charset="-128"/>
              <a:cs typeface="Arial Unicode MS" panose="020B0604020202020204" pitchFamily="34" charset="-128"/>
            </a:rPr>
            <a:t>Scale up or down automatically</a:t>
          </a:r>
          <a:endParaRPr lang="en-US" sz="2000" dirty="0">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69309C02-DD93-4577-8731-9D9703F958A0}" type="parTrans" cxnId="{501C3C1C-C0B9-40D4-8C9C-5DAEEF49D58D}">
      <dgm:prSet/>
      <dgm:spPr/>
      <dgm:t>
        <a:bodyPr/>
        <a:lstStyle/>
        <a:p>
          <a:endParaRPr lang="en-GB" sz="2400"/>
        </a:p>
      </dgm:t>
    </dgm:pt>
    <dgm:pt modelId="{29822DA0-AD93-432B-8BCD-B191D8881B73}" type="sibTrans" cxnId="{501C3C1C-C0B9-40D4-8C9C-5DAEEF49D58D}">
      <dgm:prSet/>
      <dgm:spPr/>
      <dgm:t>
        <a:bodyPr/>
        <a:lstStyle/>
        <a:p>
          <a:endParaRPr lang="en-GB" sz="2400"/>
        </a:p>
      </dgm:t>
    </dgm:pt>
    <dgm:pt modelId="{94714158-0034-8641-AADF-5E34FC0E3CC3}">
      <dgm:prSet phldr="0" custT="1"/>
      <dgm:spPr/>
      <dgm:t>
        <a:bodyPr anchor="ctr"/>
        <a:lstStyle/>
        <a:p>
          <a:pPr>
            <a:lnSpc>
              <a:spcPct val="100000"/>
            </a:lnSpc>
            <a:buSzPts val="1000"/>
            <a:buFont typeface="Symbol" pitchFamily="2" charset="2"/>
            <a:buChar char=""/>
          </a:pPr>
          <a:r>
            <a:rPr lang="en-IN" sz="2000" dirty="0">
              <a:effectLst/>
              <a:latin typeface="IBM Plex Sans" panose="020B0503050203000203" pitchFamily="34" charset="0"/>
              <a:ea typeface="Arial Unicode MS" panose="020B0604020202020204" pitchFamily="34" charset="-128"/>
              <a:cs typeface="Arial Unicode MS" panose="020B0604020202020204" pitchFamily="34" charset="-128"/>
            </a:rPr>
            <a:t>Focus more on code, not infrastructure</a:t>
          </a:r>
          <a:endParaRPr lang="en-US" sz="2000" dirty="0">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A849CEF6-4138-7348-AD95-76EC530D0F03}" type="parTrans" cxnId="{74FEB08B-2B5F-D847-BE9C-6F8A6F25074B}">
      <dgm:prSet/>
      <dgm:spPr/>
      <dgm:t>
        <a:bodyPr/>
        <a:lstStyle/>
        <a:p>
          <a:endParaRPr lang="en-GB" sz="2400"/>
        </a:p>
      </dgm:t>
    </dgm:pt>
    <dgm:pt modelId="{6A2EF7E2-A486-224D-9229-849B4D8897E5}" type="sibTrans" cxnId="{74FEB08B-2B5F-D847-BE9C-6F8A6F25074B}">
      <dgm:prSet/>
      <dgm:spPr/>
      <dgm:t>
        <a:bodyPr/>
        <a:lstStyle/>
        <a:p>
          <a:endParaRPr lang="en-GB" sz="2400"/>
        </a:p>
      </dgm:t>
    </dgm:pt>
    <dgm:pt modelId="{E547DE56-74BA-6446-B4B9-9451914140C5}" type="pres">
      <dgm:prSet presAssocID="{7E6D1343-4661-471F-B8DD-5EEA0E2DBA5B}" presName="linear" presStyleCnt="0">
        <dgm:presLayoutVars>
          <dgm:animLvl val="lvl"/>
          <dgm:resizeHandles val="exact"/>
        </dgm:presLayoutVars>
      </dgm:prSet>
      <dgm:spPr/>
    </dgm:pt>
    <dgm:pt modelId="{4E83E70B-24E2-46C7-93C6-20A69A2D56FC}" type="pres">
      <dgm:prSet presAssocID="{8E80D71A-AC84-4E2A-9CC1-CAB4A85B06B4}" presName="parentText" presStyleLbl="node1" presStyleIdx="0" presStyleCnt="4">
        <dgm:presLayoutVars>
          <dgm:chMax val="0"/>
          <dgm:bulletEnabled val="1"/>
        </dgm:presLayoutVars>
      </dgm:prSet>
      <dgm:spPr/>
    </dgm:pt>
    <dgm:pt modelId="{5B55AEB8-5DFF-423B-8262-B1525F5B844E}" type="pres">
      <dgm:prSet presAssocID="{8E80D71A-AC84-4E2A-9CC1-CAB4A85B06B4}" presName="childText" presStyleLbl="revTx" presStyleIdx="0" presStyleCnt="3">
        <dgm:presLayoutVars>
          <dgm:bulletEnabled val="1"/>
        </dgm:presLayoutVars>
      </dgm:prSet>
      <dgm:spPr/>
    </dgm:pt>
    <dgm:pt modelId="{6916B0CD-06EC-403F-8F2E-A04BCAE1CE0B}" type="pres">
      <dgm:prSet presAssocID="{EF52BB59-023B-47B8-ABE2-0127C48B0FDF}" presName="parentText" presStyleLbl="node1" presStyleIdx="1" presStyleCnt="4" custLinFactNeighborY="-18592">
        <dgm:presLayoutVars>
          <dgm:chMax val="0"/>
          <dgm:bulletEnabled val="1"/>
        </dgm:presLayoutVars>
      </dgm:prSet>
      <dgm:spPr/>
    </dgm:pt>
    <dgm:pt modelId="{423CC9F4-F5A6-4F1E-8662-76D243FE5AF0}" type="pres">
      <dgm:prSet presAssocID="{EF52BB59-023B-47B8-ABE2-0127C48B0FDF}" presName="childText" presStyleLbl="revTx" presStyleIdx="1" presStyleCnt="3">
        <dgm:presLayoutVars>
          <dgm:bulletEnabled val="1"/>
        </dgm:presLayoutVars>
      </dgm:prSet>
      <dgm:spPr/>
    </dgm:pt>
    <dgm:pt modelId="{20933C86-9E6B-4992-A5AB-4A1506F64D95}" type="pres">
      <dgm:prSet presAssocID="{A1EF640E-FD3C-4DBD-99D3-308424910D86}" presName="parentText" presStyleLbl="node1" presStyleIdx="2" presStyleCnt="4" custLinFactNeighborY="-30212">
        <dgm:presLayoutVars>
          <dgm:chMax val="0"/>
          <dgm:bulletEnabled val="1"/>
        </dgm:presLayoutVars>
      </dgm:prSet>
      <dgm:spPr/>
    </dgm:pt>
    <dgm:pt modelId="{3AC88ED3-2AA1-734D-926E-026C029E22D0}" type="pres">
      <dgm:prSet presAssocID="{A1EF640E-FD3C-4DBD-99D3-308424910D86}" presName="childText" presStyleLbl="revTx" presStyleIdx="2" presStyleCnt="3">
        <dgm:presLayoutVars>
          <dgm:bulletEnabled val="1"/>
        </dgm:presLayoutVars>
      </dgm:prSet>
      <dgm:spPr/>
    </dgm:pt>
    <dgm:pt modelId="{72B298A6-9003-AD4C-BF37-12DED710C535}" type="pres">
      <dgm:prSet presAssocID="{94714158-0034-8641-AADF-5E34FC0E3CC3}" presName="parentText" presStyleLbl="node1" presStyleIdx="3" presStyleCnt="4" custLinFactNeighborX="580" custLinFactNeighborY="-41917">
        <dgm:presLayoutVars>
          <dgm:chMax val="0"/>
          <dgm:bulletEnabled val="1"/>
        </dgm:presLayoutVars>
      </dgm:prSet>
      <dgm:spPr/>
    </dgm:pt>
  </dgm:ptLst>
  <dgm:cxnLst>
    <dgm:cxn modelId="{A29BF215-698F-46BE-A30E-8152F4A9D67F}" type="presOf" srcId="{A1EF640E-FD3C-4DBD-99D3-308424910D86}" destId="{20933C86-9E6B-4992-A5AB-4A1506F64D95}" srcOrd="0" destOrd="0" presId="urn:microsoft.com/office/officeart/2005/8/layout/vList2"/>
    <dgm:cxn modelId="{125E5018-C49E-450B-BBE5-A55EF83CCB82}" type="presOf" srcId="{8E80D71A-AC84-4E2A-9CC1-CAB4A85B06B4}" destId="{4E83E70B-24E2-46C7-93C6-20A69A2D56FC}" srcOrd="0" destOrd="0" presId="urn:microsoft.com/office/officeart/2005/8/layout/vList2"/>
    <dgm:cxn modelId="{501C3C1C-C0B9-40D4-8C9C-5DAEEF49D58D}" srcId="{7E6D1343-4661-471F-B8DD-5EEA0E2DBA5B}" destId="{A1EF640E-FD3C-4DBD-99D3-308424910D86}" srcOrd="2" destOrd="0" parTransId="{69309C02-DD93-4577-8731-9D9703F958A0}" sibTransId="{29822DA0-AD93-432B-8BCD-B191D8881B73}"/>
    <dgm:cxn modelId="{0D0B533D-0DA2-984E-8AD1-C1545D3B8BD2}" type="presOf" srcId="{94714158-0034-8641-AADF-5E34FC0E3CC3}" destId="{72B298A6-9003-AD4C-BF37-12DED710C535}" srcOrd="0" destOrd="0" presId="urn:microsoft.com/office/officeart/2005/8/layout/vList2"/>
    <dgm:cxn modelId="{81FFF141-2690-4D3F-ADA8-B133071B36C9}" type="presOf" srcId="{B765C67B-F200-4915-BA5F-CCAE24F29D31}" destId="{423CC9F4-F5A6-4F1E-8662-76D243FE5AF0}" srcOrd="0" destOrd="0" presId="urn:microsoft.com/office/officeart/2005/8/layout/vList2"/>
    <dgm:cxn modelId="{E58FF34D-3ED5-FB42-AB62-0C637F9C92D9}" type="presOf" srcId="{D268C430-49E2-46C1-A627-94FF31809CD2}" destId="{3AC88ED3-2AA1-734D-926E-026C029E22D0}" srcOrd="0" destOrd="0" presId="urn:microsoft.com/office/officeart/2005/8/layout/vList2"/>
    <dgm:cxn modelId="{1966A152-C524-E847-941F-D036B6AFFD10}" type="presOf" srcId="{7E6D1343-4661-471F-B8DD-5EEA0E2DBA5B}" destId="{E547DE56-74BA-6446-B4B9-9451914140C5}" srcOrd="0" destOrd="0" presId="urn:microsoft.com/office/officeart/2005/8/layout/vList2"/>
    <dgm:cxn modelId="{63383254-0FB9-4066-B467-9114E31125EB}" type="presOf" srcId="{FA1D39F5-78E2-4BAE-AC59-B89007FBC379}" destId="{5B55AEB8-5DFF-423B-8262-B1525F5B844E}" srcOrd="0" destOrd="0" presId="urn:microsoft.com/office/officeart/2005/8/layout/vList2"/>
    <dgm:cxn modelId="{9085217E-A622-4A92-A6D2-A238BF69CFC7}" type="presOf" srcId="{EF52BB59-023B-47B8-ABE2-0127C48B0FDF}" destId="{6916B0CD-06EC-403F-8F2E-A04BCAE1CE0B}" srcOrd="0" destOrd="0" presId="urn:microsoft.com/office/officeart/2005/8/layout/vList2"/>
    <dgm:cxn modelId="{74FEB08B-2B5F-D847-BE9C-6F8A6F25074B}" srcId="{7E6D1343-4661-471F-B8DD-5EEA0E2DBA5B}" destId="{94714158-0034-8641-AADF-5E34FC0E3CC3}" srcOrd="3" destOrd="0" parTransId="{A849CEF6-4138-7348-AD95-76EC530D0F03}" sibTransId="{6A2EF7E2-A486-224D-9229-849B4D8897E5}"/>
    <dgm:cxn modelId="{F06DD7B1-3563-4E1D-B8B6-025E4A955C08}" srcId="{EF52BB59-023B-47B8-ABE2-0127C48B0FDF}" destId="{B765C67B-F200-4915-BA5F-CCAE24F29D31}" srcOrd="0" destOrd="0" parTransId="{E7F0C210-8690-4FEB-8061-6689CAFD2E41}" sibTransId="{A7A3A46C-91C0-4C1F-8D6B-544BC9F5081E}"/>
    <dgm:cxn modelId="{661BC8BC-75D1-4002-BD18-788DC6C29207}" srcId="{8E80D71A-AC84-4E2A-9CC1-CAB4A85B06B4}" destId="{FA1D39F5-78E2-4BAE-AC59-B89007FBC379}" srcOrd="0" destOrd="0" parTransId="{7E1110C4-1C80-4F23-8BC8-6BFB16C55B0C}" sibTransId="{6BB62E4C-79BA-44C8-8C10-4B5957B2D2AC}"/>
    <dgm:cxn modelId="{DB7EF5F3-9381-4AE7-AABF-7AC6AA270F35}" srcId="{A1EF640E-FD3C-4DBD-99D3-308424910D86}" destId="{D268C430-49E2-46C1-A627-94FF31809CD2}" srcOrd="0" destOrd="0" parTransId="{5E88A024-B15B-45F9-BCE6-A77776E2ACBA}" sibTransId="{D00A8565-FCA8-43FC-BBA9-68D318293B43}"/>
    <dgm:cxn modelId="{62DB82F4-2001-4681-A700-C151FFC860C2}" srcId="{7E6D1343-4661-471F-B8DD-5EEA0E2DBA5B}" destId="{8E80D71A-AC84-4E2A-9CC1-CAB4A85B06B4}" srcOrd="0" destOrd="0" parTransId="{7FC430E3-9039-4BD2-886E-2001AE94FE5A}" sibTransId="{4D2DFFFE-151C-4D6B-9FEE-905EE2BBBBC4}"/>
    <dgm:cxn modelId="{054AD7FF-0559-4A30-9CCB-0B15B8EC6344}" srcId="{7E6D1343-4661-471F-B8DD-5EEA0E2DBA5B}" destId="{EF52BB59-023B-47B8-ABE2-0127C48B0FDF}" srcOrd="1" destOrd="0" parTransId="{44D1920A-C4C8-4C8B-A197-AEF698ED7603}" sibTransId="{F1903AD7-2D68-4899-9097-145F8E16ADFF}"/>
    <dgm:cxn modelId="{61714720-AEAA-4E25-8D6C-ACF49F7977AE}" type="presParOf" srcId="{E547DE56-74BA-6446-B4B9-9451914140C5}" destId="{4E83E70B-24E2-46C7-93C6-20A69A2D56FC}" srcOrd="0" destOrd="0" presId="urn:microsoft.com/office/officeart/2005/8/layout/vList2"/>
    <dgm:cxn modelId="{BE6ABBE9-41B6-46AF-BBA3-D0B5324C513F}" type="presParOf" srcId="{E547DE56-74BA-6446-B4B9-9451914140C5}" destId="{5B55AEB8-5DFF-423B-8262-B1525F5B844E}" srcOrd="1" destOrd="0" presId="urn:microsoft.com/office/officeart/2005/8/layout/vList2"/>
    <dgm:cxn modelId="{0466CC4D-33F2-4E69-8430-0ED864CAC547}" type="presParOf" srcId="{E547DE56-74BA-6446-B4B9-9451914140C5}" destId="{6916B0CD-06EC-403F-8F2E-A04BCAE1CE0B}" srcOrd="2" destOrd="0" presId="urn:microsoft.com/office/officeart/2005/8/layout/vList2"/>
    <dgm:cxn modelId="{4A3D6479-5A7B-4865-922C-E4386CBCEB58}" type="presParOf" srcId="{E547DE56-74BA-6446-B4B9-9451914140C5}" destId="{423CC9F4-F5A6-4F1E-8662-76D243FE5AF0}" srcOrd="3" destOrd="0" presId="urn:microsoft.com/office/officeart/2005/8/layout/vList2"/>
    <dgm:cxn modelId="{4A76F6B7-384E-43B9-9A13-AFF21A48C1DB}" type="presParOf" srcId="{E547DE56-74BA-6446-B4B9-9451914140C5}" destId="{20933C86-9E6B-4992-A5AB-4A1506F64D95}" srcOrd="4" destOrd="0" presId="urn:microsoft.com/office/officeart/2005/8/layout/vList2"/>
    <dgm:cxn modelId="{40A3C0EA-0394-ED44-BD13-36E249AC7BF6}" type="presParOf" srcId="{E547DE56-74BA-6446-B4B9-9451914140C5}" destId="{3AC88ED3-2AA1-734D-926E-026C029E22D0}" srcOrd="5" destOrd="0" presId="urn:microsoft.com/office/officeart/2005/8/layout/vList2"/>
    <dgm:cxn modelId="{2DDABE06-CF98-864B-A78C-847A8D4CC505}" type="presParOf" srcId="{E547DE56-74BA-6446-B4B9-9451914140C5}" destId="{72B298A6-9003-AD4C-BF37-12DED710C53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6D1343-4661-471F-B8DD-5EEA0E2DBA5B}"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E60EE3A-FFA7-482F-BFBA-7EDB25FEA1A6}">
      <dgm:prSet custT="1"/>
      <dgm:spPr/>
      <dgm:t>
        <a:bodyPr/>
        <a:lstStyle/>
        <a:p>
          <a:pPr rtl="0"/>
          <a:r>
            <a:rPr lang="en-IN" sz="2000" b="1" dirty="0">
              <a:latin typeface="IBM Plex Sans" panose="020B0503050203000203" pitchFamily="34" charset="0"/>
              <a:ea typeface="Arial Unicode MS" panose="020B0604020202020204" pitchFamily="34" charset="-128"/>
              <a:cs typeface="Arial Unicode MS" panose="020B0604020202020204" pitchFamily="34" charset="-128"/>
            </a:rPr>
            <a:t>Natural conversation with Intelligent reasoning</a:t>
          </a:r>
          <a:endParaRPr lang="en-US" sz="2000" b="1" dirty="0">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80329B3A-A3AC-4712-BD88-B5EE72D9EFB4}" type="parTrans" cxnId="{FFEA1B9E-67B3-4079-9E9D-306DD43BED16}">
      <dgm:prSet/>
      <dgm:spPr/>
      <dgm:t>
        <a:bodyPr/>
        <a:lstStyle/>
        <a:p>
          <a:endParaRPr lang="en-US"/>
        </a:p>
      </dgm:t>
    </dgm:pt>
    <dgm:pt modelId="{B5B9F6DD-FCBC-4812-9C59-EE0786334474}" type="sibTrans" cxnId="{FFEA1B9E-67B3-4079-9E9D-306DD43BED16}">
      <dgm:prSet/>
      <dgm:spPr/>
      <dgm:t>
        <a:bodyPr/>
        <a:lstStyle/>
        <a:p>
          <a:endParaRPr lang="en-US"/>
        </a:p>
      </dgm:t>
    </dgm:pt>
    <dgm:pt modelId="{67B7FAAF-5752-4FA7-9A0A-3D289BDF5A11}">
      <dgm:prSet custT="1"/>
      <dgm:spPr/>
      <dgm:t>
        <a:bodyPr/>
        <a:lstStyle/>
        <a:p>
          <a:pPr rtl="0"/>
          <a:r>
            <a:rPr lang="en-IN"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Provides swift, consistent and accurate means of communication along with an ability to improvise and learn from user conversation</a:t>
          </a:r>
          <a:endParaRPr lang="en-US"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F9E15606-7179-4D75-A9D0-CBF3F296F000}" type="parTrans" cxnId="{5D8FADBA-359E-42F3-8A57-5A05A5BB27F9}">
      <dgm:prSet/>
      <dgm:spPr/>
      <dgm:t>
        <a:bodyPr/>
        <a:lstStyle/>
        <a:p>
          <a:endParaRPr lang="en-US"/>
        </a:p>
      </dgm:t>
    </dgm:pt>
    <dgm:pt modelId="{C2C0BB98-6C17-4A39-B70D-C2AB6A0C5DE6}" type="sibTrans" cxnId="{5D8FADBA-359E-42F3-8A57-5A05A5BB27F9}">
      <dgm:prSet/>
      <dgm:spPr/>
      <dgm:t>
        <a:bodyPr/>
        <a:lstStyle/>
        <a:p>
          <a:endParaRPr lang="en-US"/>
        </a:p>
      </dgm:t>
    </dgm:pt>
    <dgm:pt modelId="{B765C67B-F200-4915-BA5F-CCAE24F29D31}">
      <dgm:prSet custT="1"/>
      <dgm:spPr>
        <a:solidFill>
          <a:srgbClr val="C4816F"/>
        </a:solidFill>
      </dgm:spPr>
      <dgm:t>
        <a:bodyPr/>
        <a:lstStyle/>
        <a:p>
          <a:pPr rtl="0"/>
          <a:r>
            <a:rPr lang="en-US" sz="2000" dirty="0">
              <a:latin typeface="IBM Plex Sans" panose="020B0503050203000203" pitchFamily="34" charset="0"/>
              <a:ea typeface="Arial Unicode MS" panose="020B0604020202020204" pitchFamily="34" charset="-128"/>
              <a:cs typeface="Arial Unicode MS" panose="020B0604020202020204" pitchFamily="34" charset="-128"/>
            </a:rPr>
            <a:t>Ease of use</a:t>
          </a:r>
        </a:p>
      </dgm:t>
    </dgm:pt>
    <dgm:pt modelId="{E7F0C210-8690-4FEB-8061-6689CAFD2E41}" type="parTrans" cxnId="{F06DD7B1-3563-4E1D-B8B6-025E4A955C08}">
      <dgm:prSet/>
      <dgm:spPr/>
      <dgm:t>
        <a:bodyPr/>
        <a:lstStyle/>
        <a:p>
          <a:endParaRPr lang="en-US"/>
        </a:p>
      </dgm:t>
    </dgm:pt>
    <dgm:pt modelId="{A7A3A46C-91C0-4C1F-8D6B-544BC9F5081E}" type="sibTrans" cxnId="{F06DD7B1-3563-4E1D-B8B6-025E4A955C08}">
      <dgm:prSet/>
      <dgm:spPr/>
      <dgm:t>
        <a:bodyPr/>
        <a:lstStyle/>
        <a:p>
          <a:endParaRPr lang="en-US"/>
        </a:p>
      </dgm:t>
    </dgm:pt>
    <dgm:pt modelId="{D268C430-49E2-46C1-A627-94FF31809CD2}">
      <dgm:prSet phldr="0" custT="1"/>
      <dgm:spPr/>
      <dgm:t>
        <a:bodyPr/>
        <a:lstStyle/>
        <a:p>
          <a:pPr rtl="0"/>
          <a:r>
            <a:rPr lang="en-IN" sz="2000" b="1" dirty="0">
              <a:latin typeface="IBM Plex Sans" panose="020B0503050203000203" pitchFamily="34" charset="0"/>
              <a:ea typeface="Arial Unicode MS" panose="020B0604020202020204" pitchFamily="34" charset="-128"/>
              <a:cs typeface="Arial Unicode MS" panose="020B0604020202020204" pitchFamily="34" charset="-128"/>
            </a:rPr>
            <a:t>Omnichannel Integrations</a:t>
          </a:r>
          <a:r>
            <a:rPr lang="en-US" sz="2000" dirty="0">
              <a:latin typeface="IBM Plex Sans" panose="020B0503050203000203" pitchFamily="34" charset="0"/>
              <a:ea typeface="Arial Unicode MS" panose="020B0604020202020204" pitchFamily="34" charset="-128"/>
              <a:cs typeface="Arial Unicode MS" panose="020B0604020202020204" pitchFamily="34" charset="-128"/>
            </a:rPr>
            <a:t> </a:t>
          </a:r>
        </a:p>
      </dgm:t>
    </dgm:pt>
    <dgm:pt modelId="{5E88A024-B15B-45F9-BCE6-A77776E2ACBA}" type="parTrans" cxnId="{DB7EF5F3-9381-4AE7-AABF-7AC6AA270F35}">
      <dgm:prSet/>
      <dgm:spPr/>
      <dgm:t>
        <a:bodyPr/>
        <a:lstStyle/>
        <a:p>
          <a:endParaRPr lang="en-US"/>
        </a:p>
      </dgm:t>
    </dgm:pt>
    <dgm:pt modelId="{D00A8565-FCA8-43FC-BBA9-68D318293B43}" type="sibTrans" cxnId="{DB7EF5F3-9381-4AE7-AABF-7AC6AA270F35}">
      <dgm:prSet/>
      <dgm:spPr/>
      <dgm:t>
        <a:bodyPr/>
        <a:lstStyle/>
        <a:p>
          <a:endParaRPr lang="en-US"/>
        </a:p>
      </dgm:t>
    </dgm:pt>
    <dgm:pt modelId="{F96E3B68-444E-4467-A026-17699971A7FC}">
      <dgm:prSet custT="1"/>
      <dgm:spPr/>
      <dgm:t>
        <a:bodyPr/>
        <a:lstStyle/>
        <a:p>
          <a:r>
            <a:rPr lang="en-IN"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Connect it to any messaging platform, application, device or channel</a:t>
          </a:r>
          <a:endParaRPr lang="en-US" sz="1800" i="1"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29C7F81B-47C3-4231-B3F9-06616B6A9000}" type="parTrans" cxnId="{BFB13A1D-6D04-4250-A03D-7B8222ECC66F}">
      <dgm:prSet/>
      <dgm:spPr/>
      <dgm:t>
        <a:bodyPr/>
        <a:lstStyle/>
        <a:p>
          <a:endParaRPr lang="en-US"/>
        </a:p>
      </dgm:t>
    </dgm:pt>
    <dgm:pt modelId="{EC07B1EE-3ECD-4309-A576-7A2F6F9B9842}" type="sibTrans" cxnId="{BFB13A1D-6D04-4250-A03D-7B8222ECC66F}">
      <dgm:prSet/>
      <dgm:spPr/>
      <dgm:t>
        <a:bodyPr/>
        <a:lstStyle/>
        <a:p>
          <a:endParaRPr lang="en-US"/>
        </a:p>
      </dgm:t>
    </dgm:pt>
    <dgm:pt modelId="{319F92E4-1B21-48AE-BEE8-F899CC8BFAD7}">
      <dgm:prSet phldr="0" custT="1"/>
      <dgm:spPr/>
      <dgm:t>
        <a:bodyPr/>
        <a:lstStyle/>
        <a:p>
          <a:pPr rtl="0"/>
          <a:endParaRPr lang="en-US"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0F94E27D-2A1B-4BF3-9351-D77CD5C11025}" type="parTrans" cxnId="{06198DB6-214F-40FF-AD95-06A9893CF136}">
      <dgm:prSet/>
      <dgm:spPr/>
      <dgm:t>
        <a:bodyPr/>
        <a:lstStyle/>
        <a:p>
          <a:endParaRPr lang="en-US"/>
        </a:p>
      </dgm:t>
    </dgm:pt>
    <dgm:pt modelId="{FEBCABE6-6F81-45B8-B395-831009C53F3C}" type="sibTrans" cxnId="{06198DB6-214F-40FF-AD95-06A9893CF136}">
      <dgm:prSet/>
      <dgm:spPr/>
      <dgm:t>
        <a:bodyPr/>
        <a:lstStyle/>
        <a:p>
          <a:endParaRPr lang="en-US"/>
        </a:p>
      </dgm:t>
    </dgm:pt>
    <dgm:pt modelId="{50B32FE1-E3FA-DE40-A51C-ADA1F51DCC13}">
      <dgm:prSet custT="1"/>
      <dgm:spPr/>
      <dgm:t>
        <a:bodyPr/>
        <a:lstStyle/>
        <a:p>
          <a:pPr rtl="0"/>
          <a:endParaRPr lang="en-US"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8A32058C-2FED-7644-911B-9866DFACE166}" type="parTrans" cxnId="{73EF4CF8-37E3-2D41-B603-92B60F33D2A3}">
      <dgm:prSet/>
      <dgm:spPr/>
      <dgm:t>
        <a:bodyPr/>
        <a:lstStyle/>
        <a:p>
          <a:endParaRPr lang="en-GB"/>
        </a:p>
      </dgm:t>
    </dgm:pt>
    <dgm:pt modelId="{6408A13D-0BDA-3E4F-980E-BBC3A5BB6506}" type="sibTrans" cxnId="{73EF4CF8-37E3-2D41-B603-92B60F33D2A3}">
      <dgm:prSet/>
      <dgm:spPr/>
      <dgm:t>
        <a:bodyPr/>
        <a:lstStyle/>
        <a:p>
          <a:endParaRPr lang="en-GB"/>
        </a:p>
      </dgm:t>
    </dgm:pt>
    <dgm:pt modelId="{B57AB2EB-24AB-7748-9334-9406A7195B19}">
      <dgm:prSet phldr="0" custT="1"/>
      <dgm:spPr/>
      <dgm:t>
        <a:bodyPr/>
        <a:lstStyle/>
        <a:p>
          <a:pPr rtl="0"/>
          <a:r>
            <a:rPr lang="en-US" sz="18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Low code solution which is easy to master and requires minimal technical knowledge </a:t>
          </a:r>
        </a:p>
      </dgm:t>
    </dgm:pt>
    <dgm:pt modelId="{36704400-F010-B142-8925-30A65889282E}" type="parTrans" cxnId="{0DF0453D-992B-DF47-B580-F26FE3E6F06A}">
      <dgm:prSet/>
      <dgm:spPr/>
      <dgm:t>
        <a:bodyPr/>
        <a:lstStyle/>
        <a:p>
          <a:endParaRPr lang="en-GB"/>
        </a:p>
      </dgm:t>
    </dgm:pt>
    <dgm:pt modelId="{177611C4-A81E-F04E-B7C9-10C1671509DF}" type="sibTrans" cxnId="{0DF0453D-992B-DF47-B580-F26FE3E6F06A}">
      <dgm:prSet/>
      <dgm:spPr/>
      <dgm:t>
        <a:bodyPr/>
        <a:lstStyle/>
        <a:p>
          <a:endParaRPr lang="en-GB"/>
        </a:p>
      </dgm:t>
    </dgm:pt>
    <dgm:pt modelId="{0D42C0BE-5402-FF47-852F-7DEB970F4ABF}">
      <dgm:prSet custT="1"/>
      <dgm:spPr/>
      <dgm:t>
        <a:bodyPr/>
        <a:lstStyle/>
        <a:p>
          <a:endParaRPr lang="en-US" sz="1800" i="1"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E4156FA4-8F89-5240-8A33-57D922E9F92E}" type="parTrans" cxnId="{8CA44886-FF16-DC46-9EB5-5A960F9EDE67}">
      <dgm:prSet/>
      <dgm:spPr/>
      <dgm:t>
        <a:bodyPr/>
        <a:lstStyle/>
        <a:p>
          <a:endParaRPr lang="en-GB"/>
        </a:p>
      </dgm:t>
    </dgm:pt>
    <dgm:pt modelId="{E77537D5-227F-8944-87EC-45EEF45FAA13}" type="sibTrans" cxnId="{8CA44886-FF16-DC46-9EB5-5A960F9EDE67}">
      <dgm:prSet/>
      <dgm:spPr/>
      <dgm:t>
        <a:bodyPr/>
        <a:lstStyle/>
        <a:p>
          <a:endParaRPr lang="en-GB"/>
        </a:p>
      </dgm:t>
    </dgm:pt>
    <dgm:pt modelId="{E547DE56-74BA-6446-B4B9-9451914140C5}" type="pres">
      <dgm:prSet presAssocID="{7E6D1343-4661-471F-B8DD-5EEA0E2DBA5B}" presName="linear" presStyleCnt="0">
        <dgm:presLayoutVars>
          <dgm:animLvl val="lvl"/>
          <dgm:resizeHandles val="exact"/>
        </dgm:presLayoutVars>
      </dgm:prSet>
      <dgm:spPr/>
    </dgm:pt>
    <dgm:pt modelId="{FC78D53C-0896-3E47-87BF-F67F62BF4254}" type="pres">
      <dgm:prSet presAssocID="{CE60EE3A-FFA7-482F-BFBA-7EDB25FEA1A6}" presName="parentText" presStyleLbl="node1" presStyleIdx="0" presStyleCnt="3">
        <dgm:presLayoutVars>
          <dgm:chMax val="0"/>
          <dgm:bulletEnabled val="1"/>
        </dgm:presLayoutVars>
      </dgm:prSet>
      <dgm:spPr/>
    </dgm:pt>
    <dgm:pt modelId="{E288B43B-F810-0341-98AB-EE4DC6F5CDE5}" type="pres">
      <dgm:prSet presAssocID="{CE60EE3A-FFA7-482F-BFBA-7EDB25FEA1A6}" presName="childText" presStyleLbl="revTx" presStyleIdx="0" presStyleCnt="3">
        <dgm:presLayoutVars>
          <dgm:bulletEnabled val="1"/>
        </dgm:presLayoutVars>
      </dgm:prSet>
      <dgm:spPr/>
    </dgm:pt>
    <dgm:pt modelId="{D3AC6856-68C7-8E49-9D50-18B97449AB2A}" type="pres">
      <dgm:prSet presAssocID="{B765C67B-F200-4915-BA5F-CCAE24F29D31}" presName="parentText" presStyleLbl="node1" presStyleIdx="1" presStyleCnt="3">
        <dgm:presLayoutVars>
          <dgm:chMax val="0"/>
          <dgm:bulletEnabled val="1"/>
        </dgm:presLayoutVars>
      </dgm:prSet>
      <dgm:spPr/>
    </dgm:pt>
    <dgm:pt modelId="{C8BCB763-E0ED-4088-B5D9-98699B82A75F}" type="pres">
      <dgm:prSet presAssocID="{B765C67B-F200-4915-BA5F-CCAE24F29D31}" presName="childText" presStyleLbl="revTx" presStyleIdx="1" presStyleCnt="3">
        <dgm:presLayoutVars>
          <dgm:bulletEnabled val="1"/>
        </dgm:presLayoutVars>
      </dgm:prSet>
      <dgm:spPr/>
    </dgm:pt>
    <dgm:pt modelId="{394B06DD-A436-5D46-9362-F96FB68CBC92}" type="pres">
      <dgm:prSet presAssocID="{D268C430-49E2-46C1-A627-94FF31809CD2}" presName="parentText" presStyleLbl="node1" presStyleIdx="2" presStyleCnt="3">
        <dgm:presLayoutVars>
          <dgm:chMax val="0"/>
          <dgm:bulletEnabled val="1"/>
        </dgm:presLayoutVars>
      </dgm:prSet>
      <dgm:spPr/>
    </dgm:pt>
    <dgm:pt modelId="{BBBA57C9-811F-704B-9BC4-BF8E2F526960}" type="pres">
      <dgm:prSet presAssocID="{D268C430-49E2-46C1-A627-94FF31809CD2}" presName="childText" presStyleLbl="revTx" presStyleIdx="2" presStyleCnt="3">
        <dgm:presLayoutVars>
          <dgm:bulletEnabled val="1"/>
        </dgm:presLayoutVars>
      </dgm:prSet>
      <dgm:spPr/>
    </dgm:pt>
  </dgm:ptLst>
  <dgm:cxnLst>
    <dgm:cxn modelId="{F91E0D15-9088-49D6-A948-D33F47A9D52E}" type="presOf" srcId="{319F92E4-1B21-48AE-BEE8-F899CC8BFAD7}" destId="{C8BCB763-E0ED-4088-B5D9-98699B82A75F}" srcOrd="0" destOrd="1" presId="urn:microsoft.com/office/officeart/2005/8/layout/vList2"/>
    <dgm:cxn modelId="{BFB13A1D-6D04-4250-A03D-7B8222ECC66F}" srcId="{D268C430-49E2-46C1-A627-94FF31809CD2}" destId="{F96E3B68-444E-4467-A026-17699971A7FC}" srcOrd="0" destOrd="0" parTransId="{29C7F81B-47C3-4231-B3F9-06616B6A9000}" sibTransId="{EC07B1EE-3ECD-4309-A576-7A2F6F9B9842}"/>
    <dgm:cxn modelId="{0DF0453D-992B-DF47-B580-F26FE3E6F06A}" srcId="{B765C67B-F200-4915-BA5F-CCAE24F29D31}" destId="{B57AB2EB-24AB-7748-9334-9406A7195B19}" srcOrd="0" destOrd="0" parTransId="{36704400-F010-B142-8925-30A65889282E}" sibTransId="{177611C4-A81E-F04E-B7C9-10C1671509DF}"/>
    <dgm:cxn modelId="{75A7574A-D55E-410E-BCB1-449363CCC41E}" type="presOf" srcId="{67B7FAAF-5752-4FA7-9A0A-3D289BDF5A11}" destId="{E288B43B-F810-0341-98AB-EE4DC6F5CDE5}" srcOrd="0" destOrd="0" presId="urn:microsoft.com/office/officeart/2005/8/layout/vList2"/>
    <dgm:cxn modelId="{1966A152-C524-E847-941F-D036B6AFFD10}" type="presOf" srcId="{7E6D1343-4661-471F-B8DD-5EEA0E2DBA5B}" destId="{E547DE56-74BA-6446-B4B9-9451914140C5}" srcOrd="0" destOrd="0" presId="urn:microsoft.com/office/officeart/2005/8/layout/vList2"/>
    <dgm:cxn modelId="{E0691A54-9202-4B9D-B103-FA1A420BD395}" type="presOf" srcId="{D268C430-49E2-46C1-A627-94FF31809CD2}" destId="{394B06DD-A436-5D46-9362-F96FB68CBC92}" srcOrd="0" destOrd="0" presId="urn:microsoft.com/office/officeart/2005/8/layout/vList2"/>
    <dgm:cxn modelId="{B200BC5A-25BC-B14A-9002-5232921752B4}" type="presOf" srcId="{50B32FE1-E3FA-DE40-A51C-ADA1F51DCC13}" destId="{E288B43B-F810-0341-98AB-EE4DC6F5CDE5}" srcOrd="0" destOrd="1" presId="urn:microsoft.com/office/officeart/2005/8/layout/vList2"/>
    <dgm:cxn modelId="{7D9D5082-7A57-4999-AD3B-48D9A436A27F}" type="presOf" srcId="{B765C67B-F200-4915-BA5F-CCAE24F29D31}" destId="{D3AC6856-68C7-8E49-9D50-18B97449AB2A}" srcOrd="0" destOrd="0" presId="urn:microsoft.com/office/officeart/2005/8/layout/vList2"/>
    <dgm:cxn modelId="{8CA44886-FF16-DC46-9EB5-5A960F9EDE67}" srcId="{D268C430-49E2-46C1-A627-94FF31809CD2}" destId="{0D42C0BE-5402-FF47-852F-7DEB970F4ABF}" srcOrd="1" destOrd="0" parTransId="{E4156FA4-8F89-5240-8A33-57D922E9F92E}" sibTransId="{E77537D5-227F-8944-87EC-45EEF45FAA13}"/>
    <dgm:cxn modelId="{FFEA1B9E-67B3-4079-9E9D-306DD43BED16}" srcId="{7E6D1343-4661-471F-B8DD-5EEA0E2DBA5B}" destId="{CE60EE3A-FFA7-482F-BFBA-7EDB25FEA1A6}" srcOrd="0" destOrd="0" parTransId="{80329B3A-A3AC-4712-BD88-B5EE72D9EFB4}" sibTransId="{B5B9F6DD-FCBC-4812-9C59-EE0786334474}"/>
    <dgm:cxn modelId="{F06DD7B1-3563-4E1D-B8B6-025E4A955C08}" srcId="{7E6D1343-4661-471F-B8DD-5EEA0E2DBA5B}" destId="{B765C67B-F200-4915-BA5F-CCAE24F29D31}" srcOrd="1" destOrd="0" parTransId="{E7F0C210-8690-4FEB-8061-6689CAFD2E41}" sibTransId="{A7A3A46C-91C0-4C1F-8D6B-544BC9F5081E}"/>
    <dgm:cxn modelId="{06198DB6-214F-40FF-AD95-06A9893CF136}" srcId="{B765C67B-F200-4915-BA5F-CCAE24F29D31}" destId="{319F92E4-1B21-48AE-BEE8-F899CC8BFAD7}" srcOrd="1" destOrd="0" parTransId="{0F94E27D-2A1B-4BF3-9351-D77CD5C11025}" sibTransId="{FEBCABE6-6F81-45B8-B395-831009C53F3C}"/>
    <dgm:cxn modelId="{5D8FADBA-359E-42F3-8A57-5A05A5BB27F9}" srcId="{CE60EE3A-FFA7-482F-BFBA-7EDB25FEA1A6}" destId="{67B7FAAF-5752-4FA7-9A0A-3D289BDF5A11}" srcOrd="0" destOrd="0" parTransId="{F9E15606-7179-4D75-A9D0-CBF3F296F000}" sibTransId="{C2C0BB98-6C17-4A39-B70D-C2AB6A0C5DE6}"/>
    <dgm:cxn modelId="{ADCAFED6-085F-41E1-ADC9-B18604DEE03E}" type="presOf" srcId="{CE60EE3A-FFA7-482F-BFBA-7EDB25FEA1A6}" destId="{FC78D53C-0896-3E47-87BF-F67F62BF4254}" srcOrd="0" destOrd="0" presId="urn:microsoft.com/office/officeart/2005/8/layout/vList2"/>
    <dgm:cxn modelId="{B6C662D8-242A-0747-8603-768DA10BE4F9}" type="presOf" srcId="{0D42C0BE-5402-FF47-852F-7DEB970F4ABF}" destId="{BBBA57C9-811F-704B-9BC4-BF8E2F526960}" srcOrd="0" destOrd="1" presId="urn:microsoft.com/office/officeart/2005/8/layout/vList2"/>
    <dgm:cxn modelId="{9280F3DC-1189-3249-B475-584E5ABFEFB4}" type="presOf" srcId="{B57AB2EB-24AB-7748-9334-9406A7195B19}" destId="{C8BCB763-E0ED-4088-B5D9-98699B82A75F}" srcOrd="0" destOrd="0" presId="urn:microsoft.com/office/officeart/2005/8/layout/vList2"/>
    <dgm:cxn modelId="{E96B10F0-D872-441A-AE91-F9D43FB0302C}" type="presOf" srcId="{F96E3B68-444E-4467-A026-17699971A7FC}" destId="{BBBA57C9-811F-704B-9BC4-BF8E2F526960}" srcOrd="0" destOrd="0" presId="urn:microsoft.com/office/officeart/2005/8/layout/vList2"/>
    <dgm:cxn modelId="{DB7EF5F3-9381-4AE7-AABF-7AC6AA270F35}" srcId="{7E6D1343-4661-471F-B8DD-5EEA0E2DBA5B}" destId="{D268C430-49E2-46C1-A627-94FF31809CD2}" srcOrd="2" destOrd="0" parTransId="{5E88A024-B15B-45F9-BCE6-A77776E2ACBA}" sibTransId="{D00A8565-FCA8-43FC-BBA9-68D318293B43}"/>
    <dgm:cxn modelId="{73EF4CF8-37E3-2D41-B603-92B60F33D2A3}" srcId="{CE60EE3A-FFA7-482F-BFBA-7EDB25FEA1A6}" destId="{50B32FE1-E3FA-DE40-A51C-ADA1F51DCC13}" srcOrd="1" destOrd="0" parTransId="{8A32058C-2FED-7644-911B-9866DFACE166}" sibTransId="{6408A13D-0BDA-3E4F-980E-BBC3A5BB6506}"/>
    <dgm:cxn modelId="{4287AA32-52BD-45B2-8E62-2C763BA3739F}" type="presParOf" srcId="{E547DE56-74BA-6446-B4B9-9451914140C5}" destId="{FC78D53C-0896-3E47-87BF-F67F62BF4254}" srcOrd="0" destOrd="0" presId="urn:microsoft.com/office/officeart/2005/8/layout/vList2"/>
    <dgm:cxn modelId="{6EB3044D-C1B6-43F6-AEE0-4CDA2975671D}" type="presParOf" srcId="{E547DE56-74BA-6446-B4B9-9451914140C5}" destId="{E288B43B-F810-0341-98AB-EE4DC6F5CDE5}" srcOrd="1" destOrd="0" presId="urn:microsoft.com/office/officeart/2005/8/layout/vList2"/>
    <dgm:cxn modelId="{29B20444-A3B8-4081-A0E8-070CAAFA8F43}" type="presParOf" srcId="{E547DE56-74BA-6446-B4B9-9451914140C5}" destId="{D3AC6856-68C7-8E49-9D50-18B97449AB2A}" srcOrd="2" destOrd="0" presId="urn:microsoft.com/office/officeart/2005/8/layout/vList2"/>
    <dgm:cxn modelId="{A5059C66-0603-47B7-BC3E-AB2A41D77CFC}" type="presParOf" srcId="{E547DE56-74BA-6446-B4B9-9451914140C5}" destId="{C8BCB763-E0ED-4088-B5D9-98699B82A75F}" srcOrd="3" destOrd="0" presId="urn:microsoft.com/office/officeart/2005/8/layout/vList2"/>
    <dgm:cxn modelId="{6798CF00-DB68-4F2A-80FF-AB4017B35906}" type="presParOf" srcId="{E547DE56-74BA-6446-B4B9-9451914140C5}" destId="{394B06DD-A436-5D46-9362-F96FB68CBC92}" srcOrd="4" destOrd="0" presId="urn:microsoft.com/office/officeart/2005/8/layout/vList2"/>
    <dgm:cxn modelId="{CB10036D-E78A-4262-8CFB-DD8E781EACD6}" type="presParOf" srcId="{E547DE56-74BA-6446-B4B9-9451914140C5}" destId="{BBBA57C9-811F-704B-9BC4-BF8E2F526960}"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E6D1343-4661-471F-B8DD-5EEA0E2DBA5B}"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CE60EE3A-FFA7-482F-BFBA-7EDB25FEA1A6}">
      <dgm:prSet custT="1"/>
      <dgm:spPr>
        <a:noFill/>
      </dgm:spPr>
      <dgm:t>
        <a:bodyPr/>
        <a:lstStyle/>
        <a:p>
          <a:pPr rtl="0"/>
          <a:r>
            <a:rPr lang="en-GB" sz="1700" b="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1. Machine Learning Model Integration - BFSI Domain:
• An intelligent mortgage advisor that is linked with a machine learning model. Watson Assistant collects the data and sends it over to the machine learning model which responds with suggestions such as affordability range, properties in the range, potential lenders, and improvement criteria based on user habits and finances.
2. Order Management System Integration - eCommerce Store:
• A shopping assistant for an eCommerce store linked with the order management system with the ability to provide product information, add-to-cart functionality, order tracking, and other related functionalities.  This could further be enhanced with speech-to-text and text-to-speech functionality for a hands-free environment.  
3. Backend Database Integration - Project Management : 
• A smart assistant for project management linked with backend data. It can be used to fetch data regarding the projects, hours utilization, unallocated hours/resources, etc.</a:t>
          </a:r>
          <a:endParaRPr lang="en-US" sz="1700" b="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80329B3A-A3AC-4712-BD88-B5EE72D9EFB4}" type="parTrans" cxnId="{FFEA1B9E-67B3-4079-9E9D-306DD43BED16}">
      <dgm:prSet/>
      <dgm:spPr/>
      <dgm:t>
        <a:bodyPr/>
        <a:lstStyle/>
        <a:p>
          <a:endParaRPr lang="en-US"/>
        </a:p>
      </dgm:t>
    </dgm:pt>
    <dgm:pt modelId="{B5B9F6DD-FCBC-4812-9C59-EE0786334474}" type="sibTrans" cxnId="{FFEA1B9E-67B3-4079-9E9D-306DD43BED16}">
      <dgm:prSet/>
      <dgm:spPr/>
      <dgm:t>
        <a:bodyPr/>
        <a:lstStyle/>
        <a:p>
          <a:endParaRPr lang="en-US"/>
        </a:p>
      </dgm:t>
    </dgm:pt>
    <dgm:pt modelId="{4F016DB9-E019-CC4D-B483-644C406E94E8}" type="pres">
      <dgm:prSet presAssocID="{7E6D1343-4661-471F-B8DD-5EEA0E2DBA5B}" presName="vert0" presStyleCnt="0">
        <dgm:presLayoutVars>
          <dgm:dir/>
          <dgm:animOne val="branch"/>
          <dgm:animLvl val="lvl"/>
        </dgm:presLayoutVars>
      </dgm:prSet>
      <dgm:spPr/>
    </dgm:pt>
    <dgm:pt modelId="{9B7E9D5E-7B59-E04C-B9C5-314DC30B386E}" type="pres">
      <dgm:prSet presAssocID="{CE60EE3A-FFA7-482F-BFBA-7EDB25FEA1A6}" presName="thickLine" presStyleLbl="alignNode1" presStyleIdx="0" presStyleCnt="1"/>
      <dgm:spPr/>
    </dgm:pt>
    <dgm:pt modelId="{CF9F8AD2-2C95-F742-B968-824B39D63B24}" type="pres">
      <dgm:prSet presAssocID="{CE60EE3A-FFA7-482F-BFBA-7EDB25FEA1A6}" presName="horz1" presStyleCnt="0"/>
      <dgm:spPr/>
    </dgm:pt>
    <dgm:pt modelId="{317F93A7-7BDD-944A-A6D5-C7DB412D8B99}" type="pres">
      <dgm:prSet presAssocID="{CE60EE3A-FFA7-482F-BFBA-7EDB25FEA1A6}" presName="tx1" presStyleLbl="revTx" presStyleIdx="0" presStyleCnt="1"/>
      <dgm:spPr/>
    </dgm:pt>
    <dgm:pt modelId="{BB6EA328-07AA-6F4A-B726-8BB9CDADB737}" type="pres">
      <dgm:prSet presAssocID="{CE60EE3A-FFA7-482F-BFBA-7EDB25FEA1A6}" presName="vert1" presStyleCnt="0"/>
      <dgm:spPr/>
    </dgm:pt>
  </dgm:ptLst>
  <dgm:cxnLst>
    <dgm:cxn modelId="{2A65DA54-4196-0D43-ADA5-EE5DBE244812}" type="presOf" srcId="{CE60EE3A-FFA7-482F-BFBA-7EDB25FEA1A6}" destId="{317F93A7-7BDD-944A-A6D5-C7DB412D8B99}" srcOrd="0" destOrd="0" presId="urn:microsoft.com/office/officeart/2008/layout/LinedList"/>
    <dgm:cxn modelId="{95842577-A075-C743-B60D-8728F1D105B8}" type="presOf" srcId="{7E6D1343-4661-471F-B8DD-5EEA0E2DBA5B}" destId="{4F016DB9-E019-CC4D-B483-644C406E94E8}" srcOrd="0" destOrd="0" presId="urn:microsoft.com/office/officeart/2008/layout/LinedList"/>
    <dgm:cxn modelId="{FFEA1B9E-67B3-4079-9E9D-306DD43BED16}" srcId="{7E6D1343-4661-471F-B8DD-5EEA0E2DBA5B}" destId="{CE60EE3A-FFA7-482F-BFBA-7EDB25FEA1A6}" srcOrd="0" destOrd="0" parTransId="{80329B3A-A3AC-4712-BD88-B5EE72D9EFB4}" sibTransId="{B5B9F6DD-FCBC-4812-9C59-EE0786334474}"/>
    <dgm:cxn modelId="{820C453C-2150-664E-ACAB-32EDBEA29720}" type="presParOf" srcId="{4F016DB9-E019-CC4D-B483-644C406E94E8}" destId="{9B7E9D5E-7B59-E04C-B9C5-314DC30B386E}" srcOrd="0" destOrd="0" presId="urn:microsoft.com/office/officeart/2008/layout/LinedList"/>
    <dgm:cxn modelId="{3DD36234-19B7-F642-B8EB-7B6622251F6E}" type="presParOf" srcId="{4F016DB9-E019-CC4D-B483-644C406E94E8}" destId="{CF9F8AD2-2C95-F742-B968-824B39D63B24}" srcOrd="1" destOrd="0" presId="urn:microsoft.com/office/officeart/2008/layout/LinedList"/>
    <dgm:cxn modelId="{E2C62EEB-5A5D-C148-AA94-4C35686EC662}" type="presParOf" srcId="{CF9F8AD2-2C95-F742-B968-824B39D63B24}" destId="{317F93A7-7BDD-944A-A6D5-C7DB412D8B99}" srcOrd="0" destOrd="0" presId="urn:microsoft.com/office/officeart/2008/layout/LinedList"/>
    <dgm:cxn modelId="{03E77AC7-8EA6-A74D-9284-87EFEA569C0A}" type="presParOf" srcId="{CF9F8AD2-2C95-F742-B968-824B39D63B24}" destId="{BB6EA328-07AA-6F4A-B726-8BB9CDADB73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6D1343-4661-471F-B8DD-5EEA0E2DBA5B}" type="doc">
      <dgm:prSet loTypeId="urn:microsoft.com/office/officeart/2008/layout/LinedList" loCatId="list" qsTypeId="urn:microsoft.com/office/officeart/2005/8/quickstyle/simple1" qsCatId="simple" csTypeId="urn:microsoft.com/office/officeart/2005/8/colors/accent0_1" csCatId="mainScheme" phldr="1"/>
      <dgm:spPr/>
      <dgm:t>
        <a:bodyPr/>
        <a:lstStyle/>
        <a:p>
          <a:endParaRPr lang="en-US"/>
        </a:p>
      </dgm:t>
    </dgm:pt>
    <dgm:pt modelId="{CE60EE3A-FFA7-482F-BFBA-7EDB25FEA1A6}">
      <dgm:prSet custT="1"/>
      <dgm:spPr>
        <a:noFill/>
      </dgm:spPr>
      <dgm:t>
        <a:bodyPr/>
        <a:lstStyle/>
        <a:p>
          <a:pPr rtl="0"/>
          <a:r>
            <a:rPr lang="en-GB" sz="1800" dirty="0">
              <a:solidFill>
                <a:schemeClr val="bg1"/>
              </a:solidFill>
              <a:latin typeface="IBM Plex Sans" panose="020B0503050203000203" pitchFamily="34" charset="0"/>
            </a:rPr>
            <a:t>The webhook mechanism allows the program to call an external program. When used in a dialog skill, a webhook gets triggered whenever Watson Assistant processes a node for which a webhook is enabled. The webhook collects the specified data or the data that the program collects from the user during the conversation and stores it in context variables. It sends the data as part of an HTTP POST request to the URL you specify as part of your webhook definition. The URL that receives the webhook is the listener. It performs a predefined action on the information passed and returns the desired response.</a:t>
          </a:r>
          <a:endParaRPr lang="en-US" sz="1800" b="1"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gm:t>
    </dgm:pt>
    <dgm:pt modelId="{80329B3A-A3AC-4712-BD88-B5EE72D9EFB4}" type="parTrans" cxnId="{FFEA1B9E-67B3-4079-9E9D-306DD43BED16}">
      <dgm:prSet/>
      <dgm:spPr/>
      <dgm:t>
        <a:bodyPr/>
        <a:lstStyle/>
        <a:p>
          <a:endParaRPr lang="en-US"/>
        </a:p>
      </dgm:t>
    </dgm:pt>
    <dgm:pt modelId="{B5B9F6DD-FCBC-4812-9C59-EE0786334474}" type="sibTrans" cxnId="{FFEA1B9E-67B3-4079-9E9D-306DD43BED16}">
      <dgm:prSet/>
      <dgm:spPr/>
      <dgm:t>
        <a:bodyPr/>
        <a:lstStyle/>
        <a:p>
          <a:endParaRPr lang="en-US"/>
        </a:p>
      </dgm:t>
    </dgm:pt>
    <dgm:pt modelId="{4F016DB9-E019-CC4D-B483-644C406E94E8}" type="pres">
      <dgm:prSet presAssocID="{7E6D1343-4661-471F-B8DD-5EEA0E2DBA5B}" presName="vert0" presStyleCnt="0">
        <dgm:presLayoutVars>
          <dgm:dir/>
          <dgm:animOne val="branch"/>
          <dgm:animLvl val="lvl"/>
        </dgm:presLayoutVars>
      </dgm:prSet>
      <dgm:spPr/>
    </dgm:pt>
    <dgm:pt modelId="{9B7E9D5E-7B59-E04C-B9C5-314DC30B386E}" type="pres">
      <dgm:prSet presAssocID="{CE60EE3A-FFA7-482F-BFBA-7EDB25FEA1A6}" presName="thickLine" presStyleLbl="alignNode1" presStyleIdx="0" presStyleCnt="1"/>
      <dgm:spPr/>
    </dgm:pt>
    <dgm:pt modelId="{CF9F8AD2-2C95-F742-B968-824B39D63B24}" type="pres">
      <dgm:prSet presAssocID="{CE60EE3A-FFA7-482F-BFBA-7EDB25FEA1A6}" presName="horz1" presStyleCnt="0"/>
      <dgm:spPr/>
    </dgm:pt>
    <dgm:pt modelId="{317F93A7-7BDD-944A-A6D5-C7DB412D8B99}" type="pres">
      <dgm:prSet presAssocID="{CE60EE3A-FFA7-482F-BFBA-7EDB25FEA1A6}" presName="tx1" presStyleLbl="revTx" presStyleIdx="0" presStyleCnt="1"/>
      <dgm:spPr/>
    </dgm:pt>
    <dgm:pt modelId="{BB6EA328-07AA-6F4A-B726-8BB9CDADB737}" type="pres">
      <dgm:prSet presAssocID="{CE60EE3A-FFA7-482F-BFBA-7EDB25FEA1A6}" presName="vert1" presStyleCnt="0"/>
      <dgm:spPr/>
    </dgm:pt>
  </dgm:ptLst>
  <dgm:cxnLst>
    <dgm:cxn modelId="{2A65DA54-4196-0D43-ADA5-EE5DBE244812}" type="presOf" srcId="{CE60EE3A-FFA7-482F-BFBA-7EDB25FEA1A6}" destId="{317F93A7-7BDD-944A-A6D5-C7DB412D8B99}" srcOrd="0" destOrd="0" presId="urn:microsoft.com/office/officeart/2008/layout/LinedList"/>
    <dgm:cxn modelId="{95842577-A075-C743-B60D-8728F1D105B8}" type="presOf" srcId="{7E6D1343-4661-471F-B8DD-5EEA0E2DBA5B}" destId="{4F016DB9-E019-CC4D-B483-644C406E94E8}" srcOrd="0" destOrd="0" presId="urn:microsoft.com/office/officeart/2008/layout/LinedList"/>
    <dgm:cxn modelId="{FFEA1B9E-67B3-4079-9E9D-306DD43BED16}" srcId="{7E6D1343-4661-471F-B8DD-5EEA0E2DBA5B}" destId="{CE60EE3A-FFA7-482F-BFBA-7EDB25FEA1A6}" srcOrd="0" destOrd="0" parTransId="{80329B3A-A3AC-4712-BD88-B5EE72D9EFB4}" sibTransId="{B5B9F6DD-FCBC-4812-9C59-EE0786334474}"/>
    <dgm:cxn modelId="{820C453C-2150-664E-ACAB-32EDBEA29720}" type="presParOf" srcId="{4F016DB9-E019-CC4D-B483-644C406E94E8}" destId="{9B7E9D5E-7B59-E04C-B9C5-314DC30B386E}" srcOrd="0" destOrd="0" presId="urn:microsoft.com/office/officeart/2008/layout/LinedList"/>
    <dgm:cxn modelId="{3DD36234-19B7-F642-B8EB-7B6622251F6E}" type="presParOf" srcId="{4F016DB9-E019-CC4D-B483-644C406E94E8}" destId="{CF9F8AD2-2C95-F742-B968-824B39D63B24}" srcOrd="1" destOrd="0" presId="urn:microsoft.com/office/officeart/2008/layout/LinedList"/>
    <dgm:cxn modelId="{E2C62EEB-5A5D-C148-AA94-4C35686EC662}" type="presParOf" srcId="{CF9F8AD2-2C95-F742-B968-824B39D63B24}" destId="{317F93A7-7BDD-944A-A6D5-C7DB412D8B99}" srcOrd="0" destOrd="0" presId="urn:microsoft.com/office/officeart/2008/layout/LinedList"/>
    <dgm:cxn modelId="{03E77AC7-8EA6-A74D-9284-87EFEA569C0A}" type="presParOf" srcId="{CF9F8AD2-2C95-F742-B968-824B39D63B24}" destId="{BB6EA328-07AA-6F4A-B726-8BB9CDADB73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E6B7EC5-7552-A947-81FB-A039E08F808C}" type="doc">
      <dgm:prSet loTypeId="urn:microsoft.com/office/officeart/2005/8/layout/process1" loCatId="list" qsTypeId="urn:microsoft.com/office/officeart/2005/8/quickstyle/simple1" qsCatId="simple" csTypeId="urn:microsoft.com/office/officeart/2005/8/colors/colorful2" csCatId="colorful" phldr="1"/>
      <dgm:spPr/>
    </dgm:pt>
    <dgm:pt modelId="{1DEB2110-BF36-8645-A979-EEAA5CA71349}">
      <dgm:prSet phldrT="[Text]" custT="1"/>
      <dgm:spPr>
        <a:solidFill>
          <a:schemeClr val="accent2"/>
        </a:solidFill>
      </dgm:spPr>
      <dgm:t>
        <a:bodyPr anchor="b"/>
        <a:lstStyle/>
        <a:p>
          <a:r>
            <a:rPr lang="en-GB" sz="1300" dirty="0">
              <a:solidFill>
                <a:schemeClr val="tx1"/>
              </a:solidFill>
              <a:latin typeface="IBM Plex Sans" panose="020B0503050203000203" pitchFamily="34" charset="0"/>
            </a:rPr>
            <a:t>User</a:t>
          </a:r>
        </a:p>
      </dgm:t>
    </dgm:pt>
    <dgm:pt modelId="{5B362423-5FF8-F542-980D-66D31D49EA65}" type="parTrans" cxnId="{1786F0F5-4287-4444-8060-9B8B59B4DE2C}">
      <dgm:prSet/>
      <dgm:spPr/>
      <dgm:t>
        <a:bodyPr/>
        <a:lstStyle/>
        <a:p>
          <a:endParaRPr lang="en-GB"/>
        </a:p>
      </dgm:t>
    </dgm:pt>
    <dgm:pt modelId="{3083D9BF-8444-8944-8B11-DCB05727CEE6}" type="sibTrans" cxnId="{1786F0F5-4287-4444-8060-9B8B59B4DE2C}">
      <dgm:prSet custT="1"/>
      <dgm:spPr/>
      <dgm:t>
        <a:bodyPr anchor="b"/>
        <a:lstStyle/>
        <a:p>
          <a:endParaRPr lang="en-GB" sz="1300"/>
        </a:p>
      </dgm:t>
    </dgm:pt>
    <dgm:pt modelId="{1FB2C71D-748F-ED4A-BFA3-5A31A9BD3EBA}">
      <dgm:prSet phldrT="[Text]" custT="1"/>
      <dgm:spPr/>
      <dgm:t>
        <a:bodyPr anchor="b"/>
        <a:lstStyle/>
        <a:p>
          <a:r>
            <a:rPr lang="en-GB" sz="1300" dirty="0">
              <a:solidFill>
                <a:schemeClr val="tx1"/>
              </a:solidFill>
              <a:latin typeface="IBM Plex Sans" panose="020B0503050203000203" pitchFamily="34" charset="0"/>
            </a:rPr>
            <a:t>Channel</a:t>
          </a:r>
        </a:p>
      </dgm:t>
    </dgm:pt>
    <dgm:pt modelId="{BD2EEA34-0C1A-9E4E-A101-BC4FFDD6F582}" type="parTrans" cxnId="{3F992138-FB79-D842-9269-DA26F45230BB}">
      <dgm:prSet/>
      <dgm:spPr/>
      <dgm:t>
        <a:bodyPr/>
        <a:lstStyle/>
        <a:p>
          <a:endParaRPr lang="en-GB"/>
        </a:p>
      </dgm:t>
    </dgm:pt>
    <dgm:pt modelId="{3C434BCB-1F57-624B-916F-1EE34CA24498}" type="sibTrans" cxnId="{3F992138-FB79-D842-9269-DA26F45230BB}">
      <dgm:prSet custT="1"/>
      <dgm:spPr/>
      <dgm:t>
        <a:bodyPr anchor="b"/>
        <a:lstStyle/>
        <a:p>
          <a:endParaRPr lang="en-GB" sz="1300"/>
        </a:p>
      </dgm:t>
    </dgm:pt>
    <dgm:pt modelId="{20B233B2-8BED-A247-BF44-3B79A5C96F1E}">
      <dgm:prSet phldrT="[Text]" custT="1"/>
      <dgm:spPr/>
      <dgm:t>
        <a:bodyPr anchor="b"/>
        <a:lstStyle/>
        <a:p>
          <a:r>
            <a:rPr lang="en-GB" sz="1300" dirty="0">
              <a:solidFill>
                <a:schemeClr val="tx1"/>
              </a:solidFill>
              <a:latin typeface="IBM Plex Sans" panose="020B0503050203000203" pitchFamily="34" charset="0"/>
            </a:rPr>
            <a:t>Watson Assistant</a:t>
          </a:r>
        </a:p>
      </dgm:t>
    </dgm:pt>
    <dgm:pt modelId="{E50B6B47-CC36-1E46-9E37-505526485BB6}" type="parTrans" cxnId="{44DD7588-3905-5744-926C-7737BC8C5A46}">
      <dgm:prSet/>
      <dgm:spPr/>
      <dgm:t>
        <a:bodyPr/>
        <a:lstStyle/>
        <a:p>
          <a:endParaRPr lang="en-GB"/>
        </a:p>
      </dgm:t>
    </dgm:pt>
    <dgm:pt modelId="{45EB7850-2BB0-B04F-A580-19A46040CB1C}" type="sibTrans" cxnId="{44DD7588-3905-5744-926C-7737BC8C5A46}">
      <dgm:prSet custT="1"/>
      <dgm:spPr/>
      <dgm:t>
        <a:bodyPr anchor="b"/>
        <a:lstStyle/>
        <a:p>
          <a:endParaRPr lang="en-GB" sz="1300"/>
        </a:p>
      </dgm:t>
    </dgm:pt>
    <dgm:pt modelId="{A51113AF-27FA-4C40-9A89-FA1C109F85EE}">
      <dgm:prSet custT="1"/>
      <dgm:spPr/>
      <dgm:t>
        <a:bodyPr anchor="b"/>
        <a:lstStyle/>
        <a:p>
          <a:r>
            <a:rPr lang="en-GB" sz="1300" dirty="0">
              <a:solidFill>
                <a:schemeClr val="tx1"/>
              </a:solidFill>
              <a:latin typeface="IBM Plex Sans" panose="020B0503050203000203" pitchFamily="34" charset="0"/>
            </a:rPr>
            <a:t>Dialog</a:t>
          </a:r>
        </a:p>
      </dgm:t>
    </dgm:pt>
    <dgm:pt modelId="{4167B76E-0D70-8E40-8C48-D1D4BE16C67A}" type="parTrans" cxnId="{8F9760E3-807E-EC41-9A7B-C412DCE141AF}">
      <dgm:prSet/>
      <dgm:spPr/>
      <dgm:t>
        <a:bodyPr/>
        <a:lstStyle/>
        <a:p>
          <a:endParaRPr lang="en-GB"/>
        </a:p>
      </dgm:t>
    </dgm:pt>
    <dgm:pt modelId="{42CF759F-D52A-B544-AC3D-BCC82699A8D3}" type="sibTrans" cxnId="{8F9760E3-807E-EC41-9A7B-C412DCE141AF}">
      <dgm:prSet custT="1"/>
      <dgm:spPr/>
      <dgm:t>
        <a:bodyPr anchor="b"/>
        <a:lstStyle/>
        <a:p>
          <a:endParaRPr lang="en-GB" sz="1300"/>
        </a:p>
      </dgm:t>
    </dgm:pt>
    <dgm:pt modelId="{EC1BACC3-F64A-6C48-A14A-E9E293CAAE06}">
      <dgm:prSet custT="1"/>
      <dgm:spPr>
        <a:solidFill>
          <a:srgbClr val="A5A5A5"/>
        </a:solidFill>
      </dgm:spPr>
      <dgm:t>
        <a:bodyPr anchor="b"/>
        <a:lstStyle/>
        <a:p>
          <a:r>
            <a:rPr lang="en-GB" sz="1300" dirty="0">
              <a:solidFill>
                <a:schemeClr val="tx1"/>
              </a:solidFill>
              <a:latin typeface="IBM Plex Sans" panose="020B0503050203000203" pitchFamily="34" charset="0"/>
            </a:rPr>
            <a:t>HTTP API</a:t>
          </a:r>
        </a:p>
      </dgm:t>
    </dgm:pt>
    <dgm:pt modelId="{B116CE64-323D-1E45-BF4D-919FB4E96301}" type="parTrans" cxnId="{F2306971-C725-FC48-83A3-2E097A530238}">
      <dgm:prSet/>
      <dgm:spPr/>
      <dgm:t>
        <a:bodyPr/>
        <a:lstStyle/>
        <a:p>
          <a:endParaRPr lang="en-GB"/>
        </a:p>
      </dgm:t>
    </dgm:pt>
    <dgm:pt modelId="{3F3F5FEE-61F6-7C41-B373-DF2164CE0E39}" type="sibTrans" cxnId="{F2306971-C725-FC48-83A3-2E097A530238}">
      <dgm:prSet/>
      <dgm:spPr/>
      <dgm:t>
        <a:bodyPr/>
        <a:lstStyle/>
        <a:p>
          <a:endParaRPr lang="en-GB"/>
        </a:p>
      </dgm:t>
    </dgm:pt>
    <dgm:pt modelId="{147D7920-5F86-3341-AB51-E819DE32F457}">
      <dgm:prSet custT="1"/>
      <dgm:spPr/>
      <dgm:t>
        <a:bodyPr anchor="b"/>
        <a:lstStyle/>
        <a:p>
          <a:r>
            <a:rPr lang="en-GB" sz="1300" dirty="0">
              <a:solidFill>
                <a:schemeClr val="tx1"/>
              </a:solidFill>
              <a:latin typeface="IBM Plex Sans" panose="020B0503050203000203" pitchFamily="34" charset="0"/>
            </a:rPr>
            <a:t>Web function</a:t>
          </a:r>
        </a:p>
      </dgm:t>
    </dgm:pt>
    <dgm:pt modelId="{1036A174-D82F-AF48-B653-03D2232F7929}" type="parTrans" cxnId="{75CB4517-480A-D849-B7A8-5399ED7385CD}">
      <dgm:prSet/>
      <dgm:spPr/>
      <dgm:t>
        <a:bodyPr/>
        <a:lstStyle/>
        <a:p>
          <a:endParaRPr lang="en-GB"/>
        </a:p>
      </dgm:t>
    </dgm:pt>
    <dgm:pt modelId="{9C14DDAB-DCEA-5B46-B1C6-B5D55E2F2AEE}" type="sibTrans" cxnId="{75CB4517-480A-D849-B7A8-5399ED7385CD}">
      <dgm:prSet custT="1"/>
      <dgm:spPr/>
      <dgm:t>
        <a:bodyPr anchor="b"/>
        <a:lstStyle/>
        <a:p>
          <a:endParaRPr lang="en-GB" sz="1300"/>
        </a:p>
      </dgm:t>
    </dgm:pt>
    <dgm:pt modelId="{D80ACB51-774E-F44D-83E1-0919A60A35C0}" type="pres">
      <dgm:prSet presAssocID="{1E6B7EC5-7552-A947-81FB-A039E08F808C}" presName="Name0" presStyleCnt="0">
        <dgm:presLayoutVars>
          <dgm:dir/>
          <dgm:resizeHandles val="exact"/>
        </dgm:presLayoutVars>
      </dgm:prSet>
      <dgm:spPr/>
    </dgm:pt>
    <dgm:pt modelId="{6FB7005D-3344-6C44-9759-E36DA7A25A27}" type="pres">
      <dgm:prSet presAssocID="{1DEB2110-BF36-8645-A979-EEAA5CA71349}" presName="node" presStyleLbl="node1" presStyleIdx="0" presStyleCnt="6" custScaleX="161051" custScaleY="194872" custLinFactNeighborX="-1115" custLinFactNeighborY="0">
        <dgm:presLayoutVars>
          <dgm:bulletEnabled val="1"/>
        </dgm:presLayoutVars>
      </dgm:prSet>
      <dgm:spPr/>
    </dgm:pt>
    <dgm:pt modelId="{AAEBCBD2-E3D6-DD44-BE76-FA24B2B8327C}" type="pres">
      <dgm:prSet presAssocID="{3083D9BF-8444-8944-8B11-DCB05727CEE6}" presName="sibTrans" presStyleLbl="sibTrans2D1" presStyleIdx="0" presStyleCnt="5" custFlipVert="1" custScaleY="84485"/>
      <dgm:spPr>
        <a:prstGeom prst="mathMinus">
          <a:avLst/>
        </a:prstGeom>
      </dgm:spPr>
    </dgm:pt>
    <dgm:pt modelId="{332162B3-826B-FA47-8627-A586EE10EAC2}" type="pres">
      <dgm:prSet presAssocID="{3083D9BF-8444-8944-8B11-DCB05727CEE6}" presName="connectorText" presStyleLbl="sibTrans2D1" presStyleIdx="0" presStyleCnt="5"/>
      <dgm:spPr/>
    </dgm:pt>
    <dgm:pt modelId="{36CE5F33-0144-5741-9611-A1CBEA12A938}" type="pres">
      <dgm:prSet presAssocID="{1FB2C71D-748F-ED4A-BFA3-5A31A9BD3EBA}" presName="node" presStyleLbl="node1" presStyleIdx="1" presStyleCnt="6" custScaleX="161051" custScaleY="194872">
        <dgm:presLayoutVars>
          <dgm:bulletEnabled val="1"/>
        </dgm:presLayoutVars>
      </dgm:prSet>
      <dgm:spPr/>
    </dgm:pt>
    <dgm:pt modelId="{CF03E36A-219E-5F4E-8670-A593D3CD8532}" type="pres">
      <dgm:prSet presAssocID="{3C434BCB-1F57-624B-916F-1EE34CA24498}" presName="sibTrans" presStyleLbl="sibTrans2D1" presStyleIdx="1" presStyleCnt="5"/>
      <dgm:spPr>
        <a:prstGeom prst="mathMinus">
          <a:avLst/>
        </a:prstGeom>
      </dgm:spPr>
    </dgm:pt>
    <dgm:pt modelId="{465C1D76-79A2-4C44-88AE-DB0AC7DEE94D}" type="pres">
      <dgm:prSet presAssocID="{3C434BCB-1F57-624B-916F-1EE34CA24498}" presName="connectorText" presStyleLbl="sibTrans2D1" presStyleIdx="1" presStyleCnt="5"/>
      <dgm:spPr/>
    </dgm:pt>
    <dgm:pt modelId="{DF7DB630-DEE6-0542-80A5-88A6DB31EDF8}" type="pres">
      <dgm:prSet presAssocID="{20B233B2-8BED-A247-BF44-3B79A5C96F1E}" presName="node" presStyleLbl="node1" presStyleIdx="2" presStyleCnt="6" custScaleX="161051" custScaleY="194872">
        <dgm:presLayoutVars>
          <dgm:bulletEnabled val="1"/>
        </dgm:presLayoutVars>
      </dgm:prSet>
      <dgm:spPr/>
    </dgm:pt>
    <dgm:pt modelId="{745207CD-26EF-744A-A982-609EE0A29130}" type="pres">
      <dgm:prSet presAssocID="{45EB7850-2BB0-B04F-A580-19A46040CB1C}" presName="sibTrans" presStyleLbl="sibTrans2D1" presStyleIdx="2" presStyleCnt="5"/>
      <dgm:spPr>
        <a:prstGeom prst="mathMinus">
          <a:avLst/>
        </a:prstGeom>
      </dgm:spPr>
    </dgm:pt>
    <dgm:pt modelId="{F810EC1B-0C95-8E40-90C8-6BD956847716}" type="pres">
      <dgm:prSet presAssocID="{45EB7850-2BB0-B04F-A580-19A46040CB1C}" presName="connectorText" presStyleLbl="sibTrans2D1" presStyleIdx="2" presStyleCnt="5"/>
      <dgm:spPr/>
    </dgm:pt>
    <dgm:pt modelId="{7DEEDB58-3FB7-2E49-B376-7904B7B3AFD7}" type="pres">
      <dgm:prSet presAssocID="{A51113AF-27FA-4C40-9A89-FA1C109F85EE}" presName="node" presStyleLbl="node1" presStyleIdx="3" presStyleCnt="6" custScaleX="161051" custScaleY="194872">
        <dgm:presLayoutVars>
          <dgm:bulletEnabled val="1"/>
        </dgm:presLayoutVars>
      </dgm:prSet>
      <dgm:spPr/>
    </dgm:pt>
    <dgm:pt modelId="{72C2ED7E-099A-0042-815D-48A076227B42}" type="pres">
      <dgm:prSet presAssocID="{42CF759F-D52A-B544-AC3D-BCC82699A8D3}" presName="sibTrans" presStyleLbl="sibTrans2D1" presStyleIdx="3" presStyleCnt="5"/>
      <dgm:spPr>
        <a:prstGeom prst="mathMinus">
          <a:avLst/>
        </a:prstGeom>
      </dgm:spPr>
    </dgm:pt>
    <dgm:pt modelId="{84826AFE-443C-F547-8937-D2FACBBD6F5A}" type="pres">
      <dgm:prSet presAssocID="{42CF759F-D52A-B544-AC3D-BCC82699A8D3}" presName="connectorText" presStyleLbl="sibTrans2D1" presStyleIdx="3" presStyleCnt="5"/>
      <dgm:spPr/>
    </dgm:pt>
    <dgm:pt modelId="{6AA1C693-A87D-2C43-9230-D8F49FDD8257}" type="pres">
      <dgm:prSet presAssocID="{147D7920-5F86-3341-AB51-E819DE32F457}" presName="node" presStyleLbl="node1" presStyleIdx="4" presStyleCnt="6" custScaleX="161051" custScaleY="194872">
        <dgm:presLayoutVars>
          <dgm:bulletEnabled val="1"/>
        </dgm:presLayoutVars>
      </dgm:prSet>
      <dgm:spPr/>
    </dgm:pt>
    <dgm:pt modelId="{C8846A9D-5EBD-F94A-87E6-80CD1CAF3067}" type="pres">
      <dgm:prSet presAssocID="{9C14DDAB-DCEA-5B46-B1C6-B5D55E2F2AEE}" presName="sibTrans" presStyleLbl="sibTrans2D1" presStyleIdx="4" presStyleCnt="5"/>
      <dgm:spPr>
        <a:prstGeom prst="mathMinus">
          <a:avLst/>
        </a:prstGeom>
      </dgm:spPr>
    </dgm:pt>
    <dgm:pt modelId="{FA1787C2-2E86-5642-A637-730F95698A7A}" type="pres">
      <dgm:prSet presAssocID="{9C14DDAB-DCEA-5B46-B1C6-B5D55E2F2AEE}" presName="connectorText" presStyleLbl="sibTrans2D1" presStyleIdx="4" presStyleCnt="5"/>
      <dgm:spPr/>
    </dgm:pt>
    <dgm:pt modelId="{C30C9119-08E4-8440-9423-6433DCB1C6C7}" type="pres">
      <dgm:prSet presAssocID="{EC1BACC3-F64A-6C48-A14A-E9E293CAAE06}" presName="node" presStyleLbl="node1" presStyleIdx="5" presStyleCnt="6" custScaleX="161051" custScaleY="194872">
        <dgm:presLayoutVars>
          <dgm:bulletEnabled val="1"/>
        </dgm:presLayoutVars>
      </dgm:prSet>
      <dgm:spPr/>
    </dgm:pt>
  </dgm:ptLst>
  <dgm:cxnLst>
    <dgm:cxn modelId="{75CB4517-480A-D849-B7A8-5399ED7385CD}" srcId="{1E6B7EC5-7552-A947-81FB-A039E08F808C}" destId="{147D7920-5F86-3341-AB51-E819DE32F457}" srcOrd="4" destOrd="0" parTransId="{1036A174-D82F-AF48-B653-03D2232F7929}" sibTransId="{9C14DDAB-DCEA-5B46-B1C6-B5D55E2F2AEE}"/>
    <dgm:cxn modelId="{C6784E1F-E005-0B47-BAAC-46ADE56C747F}" type="presOf" srcId="{9C14DDAB-DCEA-5B46-B1C6-B5D55E2F2AEE}" destId="{C8846A9D-5EBD-F94A-87E6-80CD1CAF3067}" srcOrd="0" destOrd="0" presId="urn:microsoft.com/office/officeart/2005/8/layout/process1"/>
    <dgm:cxn modelId="{79FE9F26-2604-644B-9AC4-53CC6AEB60C3}" type="presOf" srcId="{1DEB2110-BF36-8645-A979-EEAA5CA71349}" destId="{6FB7005D-3344-6C44-9759-E36DA7A25A27}" srcOrd="0" destOrd="0" presId="urn:microsoft.com/office/officeart/2005/8/layout/process1"/>
    <dgm:cxn modelId="{3F992138-FB79-D842-9269-DA26F45230BB}" srcId="{1E6B7EC5-7552-A947-81FB-A039E08F808C}" destId="{1FB2C71D-748F-ED4A-BFA3-5A31A9BD3EBA}" srcOrd="1" destOrd="0" parTransId="{BD2EEA34-0C1A-9E4E-A101-BC4FFDD6F582}" sibTransId="{3C434BCB-1F57-624B-916F-1EE34CA24498}"/>
    <dgm:cxn modelId="{3C264468-7051-DE40-80DE-7055F4FC695D}" type="presOf" srcId="{A51113AF-27FA-4C40-9A89-FA1C109F85EE}" destId="{7DEEDB58-3FB7-2E49-B376-7904B7B3AFD7}" srcOrd="0" destOrd="0" presId="urn:microsoft.com/office/officeart/2005/8/layout/process1"/>
    <dgm:cxn modelId="{F2306971-C725-FC48-83A3-2E097A530238}" srcId="{1E6B7EC5-7552-A947-81FB-A039E08F808C}" destId="{EC1BACC3-F64A-6C48-A14A-E9E293CAAE06}" srcOrd="5" destOrd="0" parTransId="{B116CE64-323D-1E45-BF4D-919FB4E96301}" sibTransId="{3F3F5FEE-61F6-7C41-B373-DF2164CE0E39}"/>
    <dgm:cxn modelId="{DB902073-AF58-294C-939A-612A982CDD82}" type="presOf" srcId="{42CF759F-D52A-B544-AC3D-BCC82699A8D3}" destId="{84826AFE-443C-F547-8937-D2FACBBD6F5A}" srcOrd="1" destOrd="0" presId="urn:microsoft.com/office/officeart/2005/8/layout/process1"/>
    <dgm:cxn modelId="{EFEB1C75-CBDD-6A43-A763-BB37775CF5DF}" type="presOf" srcId="{42CF759F-D52A-B544-AC3D-BCC82699A8D3}" destId="{72C2ED7E-099A-0042-815D-48A076227B42}" srcOrd="0" destOrd="0" presId="urn:microsoft.com/office/officeart/2005/8/layout/process1"/>
    <dgm:cxn modelId="{F9B05286-81F0-F44D-9606-0E649F1C8B9F}" type="presOf" srcId="{EC1BACC3-F64A-6C48-A14A-E9E293CAAE06}" destId="{C30C9119-08E4-8440-9423-6433DCB1C6C7}" srcOrd="0" destOrd="0" presId="urn:microsoft.com/office/officeart/2005/8/layout/process1"/>
    <dgm:cxn modelId="{44DD7588-3905-5744-926C-7737BC8C5A46}" srcId="{1E6B7EC5-7552-A947-81FB-A039E08F808C}" destId="{20B233B2-8BED-A247-BF44-3B79A5C96F1E}" srcOrd="2" destOrd="0" parTransId="{E50B6B47-CC36-1E46-9E37-505526485BB6}" sibTransId="{45EB7850-2BB0-B04F-A580-19A46040CB1C}"/>
    <dgm:cxn modelId="{6DDF2CA2-AE27-234E-A1F2-5600AA20FD40}" type="presOf" srcId="{3C434BCB-1F57-624B-916F-1EE34CA24498}" destId="{CF03E36A-219E-5F4E-8670-A593D3CD8532}" srcOrd="0" destOrd="0" presId="urn:microsoft.com/office/officeart/2005/8/layout/process1"/>
    <dgm:cxn modelId="{DA6217A7-6734-FA42-BBA2-2579B5A6989A}" type="presOf" srcId="{20B233B2-8BED-A247-BF44-3B79A5C96F1E}" destId="{DF7DB630-DEE6-0542-80A5-88A6DB31EDF8}" srcOrd="0" destOrd="0" presId="urn:microsoft.com/office/officeart/2005/8/layout/process1"/>
    <dgm:cxn modelId="{7EA562AF-1733-9C43-BB0F-31176582EAB2}" type="presOf" srcId="{3083D9BF-8444-8944-8B11-DCB05727CEE6}" destId="{332162B3-826B-FA47-8627-A586EE10EAC2}" srcOrd="1" destOrd="0" presId="urn:microsoft.com/office/officeart/2005/8/layout/process1"/>
    <dgm:cxn modelId="{0B758FC0-8B20-7B4E-BE3C-A610B6C4AC2D}" type="presOf" srcId="{9C14DDAB-DCEA-5B46-B1C6-B5D55E2F2AEE}" destId="{FA1787C2-2E86-5642-A637-730F95698A7A}" srcOrd="1" destOrd="0" presId="urn:microsoft.com/office/officeart/2005/8/layout/process1"/>
    <dgm:cxn modelId="{D53A50D7-E3E9-C74A-84A4-48A50AB79ADF}" type="presOf" srcId="{45EB7850-2BB0-B04F-A580-19A46040CB1C}" destId="{745207CD-26EF-744A-A982-609EE0A29130}" srcOrd="0" destOrd="0" presId="urn:microsoft.com/office/officeart/2005/8/layout/process1"/>
    <dgm:cxn modelId="{251F08D9-D8F0-1A4F-8CA8-2382AA0C3F67}" type="presOf" srcId="{3083D9BF-8444-8944-8B11-DCB05727CEE6}" destId="{AAEBCBD2-E3D6-DD44-BE76-FA24B2B8327C}" srcOrd="0" destOrd="0" presId="urn:microsoft.com/office/officeart/2005/8/layout/process1"/>
    <dgm:cxn modelId="{382A92DC-36F0-BF46-B79C-51F898106BCC}" type="presOf" srcId="{147D7920-5F86-3341-AB51-E819DE32F457}" destId="{6AA1C693-A87D-2C43-9230-D8F49FDD8257}" srcOrd="0" destOrd="0" presId="urn:microsoft.com/office/officeart/2005/8/layout/process1"/>
    <dgm:cxn modelId="{FDFD4BDE-AEDA-774D-8CF0-6018BD322437}" type="presOf" srcId="{3C434BCB-1F57-624B-916F-1EE34CA24498}" destId="{465C1D76-79A2-4C44-88AE-DB0AC7DEE94D}" srcOrd="1" destOrd="0" presId="urn:microsoft.com/office/officeart/2005/8/layout/process1"/>
    <dgm:cxn modelId="{8F9760E3-807E-EC41-9A7B-C412DCE141AF}" srcId="{1E6B7EC5-7552-A947-81FB-A039E08F808C}" destId="{A51113AF-27FA-4C40-9A89-FA1C109F85EE}" srcOrd="3" destOrd="0" parTransId="{4167B76E-0D70-8E40-8C48-D1D4BE16C67A}" sibTransId="{42CF759F-D52A-B544-AC3D-BCC82699A8D3}"/>
    <dgm:cxn modelId="{768477E3-C491-5C4F-B8F2-7D0EBC8679B5}" type="presOf" srcId="{45EB7850-2BB0-B04F-A580-19A46040CB1C}" destId="{F810EC1B-0C95-8E40-90C8-6BD956847716}" srcOrd="1" destOrd="0" presId="urn:microsoft.com/office/officeart/2005/8/layout/process1"/>
    <dgm:cxn modelId="{C98CB1EF-3E4F-ED48-AA43-35430B94281F}" type="presOf" srcId="{1FB2C71D-748F-ED4A-BFA3-5A31A9BD3EBA}" destId="{36CE5F33-0144-5741-9611-A1CBEA12A938}" srcOrd="0" destOrd="0" presId="urn:microsoft.com/office/officeart/2005/8/layout/process1"/>
    <dgm:cxn modelId="{1786F0F5-4287-4444-8060-9B8B59B4DE2C}" srcId="{1E6B7EC5-7552-A947-81FB-A039E08F808C}" destId="{1DEB2110-BF36-8645-A979-EEAA5CA71349}" srcOrd="0" destOrd="0" parTransId="{5B362423-5FF8-F542-980D-66D31D49EA65}" sibTransId="{3083D9BF-8444-8944-8B11-DCB05727CEE6}"/>
    <dgm:cxn modelId="{3D9A80FB-8854-3644-B028-EEC13A460E41}" type="presOf" srcId="{1E6B7EC5-7552-A947-81FB-A039E08F808C}" destId="{D80ACB51-774E-F44D-83E1-0919A60A35C0}" srcOrd="0" destOrd="0" presId="urn:microsoft.com/office/officeart/2005/8/layout/process1"/>
    <dgm:cxn modelId="{11B6A0B0-35BB-3146-80EB-57E372B9822C}" type="presParOf" srcId="{D80ACB51-774E-F44D-83E1-0919A60A35C0}" destId="{6FB7005D-3344-6C44-9759-E36DA7A25A27}" srcOrd="0" destOrd="0" presId="urn:microsoft.com/office/officeart/2005/8/layout/process1"/>
    <dgm:cxn modelId="{50B7D526-E236-5243-B32D-62CB7E59752C}" type="presParOf" srcId="{D80ACB51-774E-F44D-83E1-0919A60A35C0}" destId="{AAEBCBD2-E3D6-DD44-BE76-FA24B2B8327C}" srcOrd="1" destOrd="0" presId="urn:microsoft.com/office/officeart/2005/8/layout/process1"/>
    <dgm:cxn modelId="{8E51E160-5CFD-F946-83EA-52E396F8B915}" type="presParOf" srcId="{AAEBCBD2-E3D6-DD44-BE76-FA24B2B8327C}" destId="{332162B3-826B-FA47-8627-A586EE10EAC2}" srcOrd="0" destOrd="0" presId="urn:microsoft.com/office/officeart/2005/8/layout/process1"/>
    <dgm:cxn modelId="{122F9BD8-C32E-524F-868E-7FAC61583D5C}" type="presParOf" srcId="{D80ACB51-774E-F44D-83E1-0919A60A35C0}" destId="{36CE5F33-0144-5741-9611-A1CBEA12A938}" srcOrd="2" destOrd="0" presId="urn:microsoft.com/office/officeart/2005/8/layout/process1"/>
    <dgm:cxn modelId="{914E3B2E-5E70-2740-9788-60FEC59E90FF}" type="presParOf" srcId="{D80ACB51-774E-F44D-83E1-0919A60A35C0}" destId="{CF03E36A-219E-5F4E-8670-A593D3CD8532}" srcOrd="3" destOrd="0" presId="urn:microsoft.com/office/officeart/2005/8/layout/process1"/>
    <dgm:cxn modelId="{F1FD08F8-2BC2-F44F-BBF0-05DC06F0116A}" type="presParOf" srcId="{CF03E36A-219E-5F4E-8670-A593D3CD8532}" destId="{465C1D76-79A2-4C44-88AE-DB0AC7DEE94D}" srcOrd="0" destOrd="0" presId="urn:microsoft.com/office/officeart/2005/8/layout/process1"/>
    <dgm:cxn modelId="{090566EA-1BA9-5340-9126-45C0449D4A85}" type="presParOf" srcId="{D80ACB51-774E-F44D-83E1-0919A60A35C0}" destId="{DF7DB630-DEE6-0542-80A5-88A6DB31EDF8}" srcOrd="4" destOrd="0" presId="urn:microsoft.com/office/officeart/2005/8/layout/process1"/>
    <dgm:cxn modelId="{FBD59FF4-A275-D940-A251-CB3BF39CEE08}" type="presParOf" srcId="{D80ACB51-774E-F44D-83E1-0919A60A35C0}" destId="{745207CD-26EF-744A-A982-609EE0A29130}" srcOrd="5" destOrd="0" presId="urn:microsoft.com/office/officeart/2005/8/layout/process1"/>
    <dgm:cxn modelId="{D7745337-0F2E-E04E-BAC7-36C6CB9DE9AB}" type="presParOf" srcId="{745207CD-26EF-744A-A982-609EE0A29130}" destId="{F810EC1B-0C95-8E40-90C8-6BD956847716}" srcOrd="0" destOrd="0" presId="urn:microsoft.com/office/officeart/2005/8/layout/process1"/>
    <dgm:cxn modelId="{DBE8E7D0-ED0F-0C4B-B763-6F4C8FF11876}" type="presParOf" srcId="{D80ACB51-774E-F44D-83E1-0919A60A35C0}" destId="{7DEEDB58-3FB7-2E49-B376-7904B7B3AFD7}" srcOrd="6" destOrd="0" presId="urn:microsoft.com/office/officeart/2005/8/layout/process1"/>
    <dgm:cxn modelId="{7A84BB17-D998-AA44-82A9-4741BDAB44D1}" type="presParOf" srcId="{D80ACB51-774E-F44D-83E1-0919A60A35C0}" destId="{72C2ED7E-099A-0042-815D-48A076227B42}" srcOrd="7" destOrd="0" presId="urn:microsoft.com/office/officeart/2005/8/layout/process1"/>
    <dgm:cxn modelId="{E7B9591F-E35B-8444-8549-9CF9D9EB6029}" type="presParOf" srcId="{72C2ED7E-099A-0042-815D-48A076227B42}" destId="{84826AFE-443C-F547-8937-D2FACBBD6F5A}" srcOrd="0" destOrd="0" presId="urn:microsoft.com/office/officeart/2005/8/layout/process1"/>
    <dgm:cxn modelId="{71FD84B4-E19B-1D4B-A614-852982FDC38F}" type="presParOf" srcId="{D80ACB51-774E-F44D-83E1-0919A60A35C0}" destId="{6AA1C693-A87D-2C43-9230-D8F49FDD8257}" srcOrd="8" destOrd="0" presId="urn:microsoft.com/office/officeart/2005/8/layout/process1"/>
    <dgm:cxn modelId="{6166E840-69DB-0746-A667-0218C689ACD0}" type="presParOf" srcId="{D80ACB51-774E-F44D-83E1-0919A60A35C0}" destId="{C8846A9D-5EBD-F94A-87E6-80CD1CAF3067}" srcOrd="9" destOrd="0" presId="urn:microsoft.com/office/officeart/2005/8/layout/process1"/>
    <dgm:cxn modelId="{420A40CE-019F-9647-8C1B-7DC574901169}" type="presParOf" srcId="{C8846A9D-5EBD-F94A-87E6-80CD1CAF3067}" destId="{FA1787C2-2E86-5642-A637-730F95698A7A}" srcOrd="0" destOrd="0" presId="urn:microsoft.com/office/officeart/2005/8/layout/process1"/>
    <dgm:cxn modelId="{AB11CD02-8306-0647-9C7E-39B7FF11D9C4}" type="presParOf" srcId="{D80ACB51-774E-F44D-83E1-0919A60A35C0}" destId="{C30C9119-08E4-8440-9423-6433DCB1C6C7}" srcOrd="10"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3E70B-24E2-46C7-93C6-20A69A2D56FC}">
      <dsp:nvSpPr>
        <dsp:cNvPr id="0" name=""/>
        <dsp:cNvSpPr/>
      </dsp:nvSpPr>
      <dsp:spPr>
        <a:xfrm>
          <a:off x="0" y="365942"/>
          <a:ext cx="10515600" cy="67629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IN" sz="2000" b="1" kern="1200" dirty="0">
              <a:latin typeface="IBM Plex Sans" panose="020B0503050203000203" pitchFamily="34" charset="0"/>
            </a:rPr>
            <a:t>Watson Assistant</a:t>
          </a:r>
          <a:endParaRPr lang="en-US" sz="2000" kern="1200" dirty="0">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33014" y="398956"/>
        <a:ext cx="10449572" cy="610264"/>
      </dsp:txXfrm>
    </dsp:sp>
    <dsp:sp modelId="{5B55AEB8-5DFF-423B-8262-B1525F5B844E}">
      <dsp:nvSpPr>
        <dsp:cNvPr id="0" name=""/>
        <dsp:cNvSpPr/>
      </dsp:nvSpPr>
      <dsp:spPr>
        <a:xfrm>
          <a:off x="0" y="1071316"/>
          <a:ext cx="10515600" cy="1258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71450" lvl="1" indent="-171450" algn="l" defTabSz="800100">
            <a:lnSpc>
              <a:spcPct val="100000"/>
            </a:lnSpc>
            <a:spcBef>
              <a:spcPct val="0"/>
            </a:spcBef>
            <a:spcAft>
              <a:spcPct val="20000"/>
            </a:spcAft>
            <a:buChar char="•"/>
          </a:pPr>
          <a:r>
            <a:rPr lang="en-IN" sz="1800" kern="1200" dirty="0">
              <a:solidFill>
                <a:schemeClr val="bg1"/>
              </a:solidFill>
              <a:latin typeface="IBM Plex Sans" panose="020B0503050203000203" pitchFamily="34" charset="0"/>
            </a:rPr>
            <a:t>An AI-capable chatbot that can allow you to harness the power of AI with minimal technical knowledge across any messaging platform, application, device or channel. This self-help Watson Assistant service provides users with swift, consistent and accurate means of communication along with an ability to improvise and learn from user conversation.</a:t>
          </a:r>
          <a:endParaRPr lang="en-US"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1071316"/>
        <a:ext cx="10515600" cy="1258560"/>
      </dsp:txXfrm>
    </dsp:sp>
    <dsp:sp modelId="{6916B0CD-06EC-403F-8F2E-A04BCAE1CE0B}">
      <dsp:nvSpPr>
        <dsp:cNvPr id="0" name=""/>
        <dsp:cNvSpPr/>
      </dsp:nvSpPr>
      <dsp:spPr>
        <a:xfrm>
          <a:off x="0" y="2767780"/>
          <a:ext cx="10515600" cy="676292"/>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IN" sz="2000" b="1" kern="1200" dirty="0">
              <a:effectLst/>
              <a:latin typeface="IBM Plex Sans" panose="020B0503050203000203" pitchFamily="34" charset="0"/>
              <a:ea typeface="Times New Roman" panose="02020603050405020304" pitchFamily="18" charset="0"/>
              <a:cs typeface="Times New Roman" panose="02020603050405020304" pitchFamily="18" charset="0"/>
            </a:rPr>
            <a:t>Web Functions</a:t>
          </a:r>
          <a:endParaRPr lang="en-US" sz="2000" kern="1200" dirty="0">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33014" y="2800794"/>
        <a:ext cx="10449572" cy="610264"/>
      </dsp:txXfrm>
    </dsp:sp>
    <dsp:sp modelId="{423CC9F4-F5A6-4F1E-8662-76D243FE5AF0}">
      <dsp:nvSpPr>
        <dsp:cNvPr id="0" name=""/>
        <dsp:cNvSpPr/>
      </dsp:nvSpPr>
      <dsp:spPr>
        <a:xfrm>
          <a:off x="0" y="3458850"/>
          <a:ext cx="10515600" cy="253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71450" lvl="1" indent="-171450" algn="l" defTabSz="800100">
            <a:lnSpc>
              <a:spcPct val="100000"/>
            </a:lnSpc>
            <a:spcBef>
              <a:spcPct val="0"/>
            </a:spcBef>
            <a:spcAft>
              <a:spcPct val="20000"/>
            </a:spcAft>
            <a:buChar char="•"/>
          </a:pPr>
          <a:r>
            <a:rPr lang="en-IN" sz="1800" kern="1200" dirty="0">
              <a:solidFill>
                <a:schemeClr val="bg1"/>
              </a:solidFill>
              <a:effectLst/>
              <a:latin typeface="IBM Plex Sans" panose="020B0503050203000203" pitchFamily="34" charset="0"/>
              <a:ea typeface="Times New Roman" panose="02020603050405020304" pitchFamily="18" charset="0"/>
              <a:cs typeface="Times New Roman" panose="02020603050405020304" pitchFamily="18" charset="0"/>
            </a:rPr>
            <a:t>A type of cloud-computing service that allows you to execute code in response to events without the complex infrastructure typically associated with building and launching micro-services applications. Web Functions are also known as </a:t>
          </a:r>
          <a:r>
            <a:rPr lang="en-IN" sz="1800" kern="1200" dirty="0" err="1">
              <a:solidFill>
                <a:schemeClr val="bg1"/>
              </a:solidFill>
              <a:effectLst/>
              <a:latin typeface="IBM Plex Sans" panose="020B0503050203000203" pitchFamily="34" charset="0"/>
              <a:ea typeface="Times New Roman" panose="02020603050405020304" pitchFamily="18" charset="0"/>
              <a:cs typeface="Times New Roman" panose="02020603050405020304" pitchFamily="18" charset="0"/>
            </a:rPr>
            <a:t>FaaS</a:t>
          </a:r>
          <a:r>
            <a:rPr lang="en-IN" sz="1800" kern="1200" dirty="0">
              <a:solidFill>
                <a:schemeClr val="bg1"/>
              </a:solidFill>
              <a:effectLst/>
              <a:latin typeface="IBM Plex Sans" panose="020B0503050203000203" pitchFamily="34" charset="0"/>
              <a:ea typeface="Times New Roman" panose="02020603050405020304" pitchFamily="18" charset="0"/>
              <a:cs typeface="Times New Roman" panose="02020603050405020304" pitchFamily="18" charset="0"/>
            </a:rPr>
            <a:t> (Function-as-a-Service)</a:t>
          </a:r>
          <a:endParaRPr lang="en-US"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3458850"/>
        <a:ext cx="10515600" cy="2537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3E70B-24E2-46C7-93C6-20A69A2D56FC}">
      <dsp:nvSpPr>
        <dsp:cNvPr id="0" name=""/>
        <dsp:cNvSpPr/>
      </dsp:nvSpPr>
      <dsp:spPr>
        <a:xfrm>
          <a:off x="0" y="58149"/>
          <a:ext cx="10515600" cy="636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US" sz="2000" kern="1200" dirty="0">
              <a:latin typeface="IBM Plex Sans" panose="020B0503050203000203" pitchFamily="34" charset="0"/>
              <a:ea typeface="Arial Unicode MS" panose="020B0604020202020204" pitchFamily="34" charset="-128"/>
              <a:cs typeface="Arial Unicode MS" panose="020B0604020202020204" pitchFamily="34" charset="-128"/>
            </a:rPr>
            <a:t>Seamless integration with External application APIs</a:t>
          </a:r>
        </a:p>
      </dsp:txBody>
      <dsp:txXfrm>
        <a:off x="31070" y="89219"/>
        <a:ext cx="10453460" cy="574340"/>
      </dsp:txXfrm>
    </dsp:sp>
    <dsp:sp modelId="{5B55AEB8-5DFF-423B-8262-B1525F5B844E}">
      <dsp:nvSpPr>
        <dsp:cNvPr id="0" name=""/>
        <dsp:cNvSpPr/>
      </dsp:nvSpPr>
      <dsp:spPr>
        <a:xfrm>
          <a:off x="0" y="694629"/>
          <a:ext cx="105156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ctr" anchorCtr="0">
          <a:noAutofit/>
        </a:bodyPr>
        <a:lstStyle/>
        <a:p>
          <a:pPr marL="228600" lvl="1" indent="-228600" algn="l" defTabSz="889000" rtl="0">
            <a:lnSpc>
              <a:spcPct val="100000"/>
            </a:lnSpc>
            <a:spcBef>
              <a:spcPct val="0"/>
            </a:spcBef>
            <a:spcAft>
              <a:spcPct val="20000"/>
            </a:spcAft>
            <a:buChar char="•"/>
          </a:pPr>
          <a:endParaRPr lang="en-US" sz="20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694629"/>
        <a:ext cx="10515600" cy="563040"/>
      </dsp:txXfrm>
    </dsp:sp>
    <dsp:sp modelId="{6916B0CD-06EC-403F-8F2E-A04BCAE1CE0B}">
      <dsp:nvSpPr>
        <dsp:cNvPr id="0" name=""/>
        <dsp:cNvSpPr/>
      </dsp:nvSpPr>
      <dsp:spPr>
        <a:xfrm>
          <a:off x="0" y="1152988"/>
          <a:ext cx="10515600" cy="63648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IN" sz="2000" kern="1200" dirty="0">
              <a:effectLst/>
              <a:latin typeface="IBM Plex Sans" panose="020B0503050203000203" pitchFamily="34" charset="0"/>
              <a:ea typeface="Arial Unicode MS" panose="020B0604020202020204" pitchFamily="34" charset="-128"/>
              <a:cs typeface="Arial Unicode MS" panose="020B0604020202020204" pitchFamily="34" charset="-128"/>
            </a:rPr>
            <a:t>Pay only for the resources you use, when you use them</a:t>
          </a:r>
          <a:endParaRPr lang="en-US" sz="2000" kern="1200" dirty="0">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31070" y="1184058"/>
        <a:ext cx="10453460" cy="574340"/>
      </dsp:txXfrm>
    </dsp:sp>
    <dsp:sp modelId="{423CC9F4-F5A6-4F1E-8662-76D243FE5AF0}">
      <dsp:nvSpPr>
        <dsp:cNvPr id="0" name=""/>
        <dsp:cNvSpPr/>
      </dsp:nvSpPr>
      <dsp:spPr>
        <a:xfrm>
          <a:off x="0" y="1894149"/>
          <a:ext cx="105156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ctr" anchorCtr="0">
          <a:noAutofit/>
        </a:bodyPr>
        <a:lstStyle/>
        <a:p>
          <a:pPr marL="228600" lvl="1" indent="-228600" algn="l" defTabSz="889000" rtl="0">
            <a:lnSpc>
              <a:spcPct val="100000"/>
            </a:lnSpc>
            <a:spcBef>
              <a:spcPct val="0"/>
            </a:spcBef>
            <a:spcAft>
              <a:spcPct val="20000"/>
            </a:spcAft>
            <a:buChar char="•"/>
          </a:pPr>
          <a:endParaRPr lang="en-US" sz="20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1894149"/>
        <a:ext cx="10515600" cy="563040"/>
      </dsp:txXfrm>
    </dsp:sp>
    <dsp:sp modelId="{20933C86-9E6B-4992-A5AB-4A1506F64D95}">
      <dsp:nvSpPr>
        <dsp:cNvPr id="0" name=""/>
        <dsp:cNvSpPr/>
      </dsp:nvSpPr>
      <dsp:spPr>
        <a:xfrm>
          <a:off x="0" y="2287083"/>
          <a:ext cx="10515600" cy="63648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ct val="35000"/>
            </a:spcAft>
            <a:buNone/>
          </a:pPr>
          <a:r>
            <a:rPr lang="en-IN" sz="2000" kern="1200" dirty="0">
              <a:effectLst/>
              <a:latin typeface="IBM Plex Sans" panose="020B0503050203000203" pitchFamily="34" charset="0"/>
              <a:ea typeface="Arial Unicode MS" panose="020B0604020202020204" pitchFamily="34" charset="-128"/>
              <a:cs typeface="Arial Unicode MS" panose="020B0604020202020204" pitchFamily="34" charset="-128"/>
            </a:rPr>
            <a:t>Scale up or down automatically</a:t>
          </a:r>
          <a:endParaRPr lang="en-US" sz="2000" kern="1200" dirty="0">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31070" y="2318153"/>
        <a:ext cx="10453460" cy="574340"/>
      </dsp:txXfrm>
    </dsp:sp>
    <dsp:sp modelId="{3AC88ED3-2AA1-734D-926E-026C029E22D0}">
      <dsp:nvSpPr>
        <dsp:cNvPr id="0" name=""/>
        <dsp:cNvSpPr/>
      </dsp:nvSpPr>
      <dsp:spPr>
        <a:xfrm>
          <a:off x="0" y="3093669"/>
          <a:ext cx="10515600"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ctr" anchorCtr="0">
          <a:noAutofit/>
        </a:bodyPr>
        <a:lstStyle/>
        <a:p>
          <a:pPr marL="228600" lvl="1" indent="-228600" algn="l" defTabSz="889000" rtl="0">
            <a:lnSpc>
              <a:spcPct val="100000"/>
            </a:lnSpc>
            <a:spcBef>
              <a:spcPct val="0"/>
            </a:spcBef>
            <a:spcAft>
              <a:spcPct val="20000"/>
            </a:spcAft>
            <a:buChar char="•"/>
          </a:pPr>
          <a:endParaRPr lang="en-US" sz="20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3093669"/>
        <a:ext cx="10515600" cy="563040"/>
      </dsp:txXfrm>
    </dsp:sp>
    <dsp:sp modelId="{72B298A6-9003-AD4C-BF37-12DED710C535}">
      <dsp:nvSpPr>
        <dsp:cNvPr id="0" name=""/>
        <dsp:cNvSpPr/>
      </dsp:nvSpPr>
      <dsp:spPr>
        <a:xfrm>
          <a:off x="0" y="3420699"/>
          <a:ext cx="10515600" cy="63648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100000"/>
            </a:lnSpc>
            <a:spcBef>
              <a:spcPct val="0"/>
            </a:spcBef>
            <a:spcAft>
              <a:spcPct val="35000"/>
            </a:spcAft>
            <a:buSzPts val="1000"/>
            <a:buFont typeface="Symbol" pitchFamily="2" charset="2"/>
            <a:buNone/>
          </a:pPr>
          <a:r>
            <a:rPr lang="en-IN" sz="2000" kern="1200" dirty="0">
              <a:effectLst/>
              <a:latin typeface="IBM Plex Sans" panose="020B0503050203000203" pitchFamily="34" charset="0"/>
              <a:ea typeface="Arial Unicode MS" panose="020B0604020202020204" pitchFamily="34" charset="-128"/>
              <a:cs typeface="Arial Unicode MS" panose="020B0604020202020204" pitchFamily="34" charset="-128"/>
            </a:rPr>
            <a:t>Focus more on code, not infrastructure</a:t>
          </a:r>
          <a:endParaRPr lang="en-US" sz="2000" kern="1200" dirty="0">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31070" y="3451769"/>
        <a:ext cx="10453460" cy="5743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78D53C-0896-3E47-87BF-F67F62BF4254}">
      <dsp:nvSpPr>
        <dsp:cNvPr id="0" name=""/>
        <dsp:cNvSpPr/>
      </dsp:nvSpPr>
      <dsp:spPr>
        <a:xfrm>
          <a:off x="0" y="26153"/>
          <a:ext cx="10515600" cy="6926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IN" sz="2000" b="1" kern="1200" dirty="0">
              <a:latin typeface="IBM Plex Sans" panose="020B0503050203000203" pitchFamily="34" charset="0"/>
              <a:ea typeface="Arial Unicode MS" panose="020B0604020202020204" pitchFamily="34" charset="-128"/>
              <a:cs typeface="Arial Unicode MS" panose="020B0604020202020204" pitchFamily="34" charset="-128"/>
            </a:rPr>
            <a:t>Natural conversation with Intelligent reasoning</a:t>
          </a:r>
          <a:endParaRPr lang="en-US" sz="2000" b="1" kern="1200" dirty="0">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33812" y="59965"/>
        <a:ext cx="10447976" cy="625016"/>
      </dsp:txXfrm>
    </dsp:sp>
    <dsp:sp modelId="{E288B43B-F810-0341-98AB-EE4DC6F5CDE5}">
      <dsp:nvSpPr>
        <dsp:cNvPr id="0" name=""/>
        <dsp:cNvSpPr/>
      </dsp:nvSpPr>
      <dsp:spPr>
        <a:xfrm>
          <a:off x="0" y="718793"/>
          <a:ext cx="10515600" cy="9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71450" lvl="1" indent="-171450" algn="l" defTabSz="800100" rtl="0">
            <a:lnSpc>
              <a:spcPct val="90000"/>
            </a:lnSpc>
            <a:spcBef>
              <a:spcPct val="0"/>
            </a:spcBef>
            <a:spcAft>
              <a:spcPct val="20000"/>
            </a:spcAft>
            <a:buChar char="•"/>
          </a:pPr>
          <a:r>
            <a:rPr lang="en-IN"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Provides swift, consistent and accurate means of communication along with an ability to improvise and learn from user conversation</a:t>
          </a:r>
          <a:endParaRPr lang="en-US"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a:p>
          <a:pPr marL="171450" lvl="1" indent="-171450" algn="l" defTabSz="800100" rtl="0">
            <a:lnSpc>
              <a:spcPct val="90000"/>
            </a:lnSpc>
            <a:spcBef>
              <a:spcPct val="0"/>
            </a:spcBef>
            <a:spcAft>
              <a:spcPct val="20000"/>
            </a:spcAft>
            <a:buChar char="•"/>
          </a:pPr>
          <a:endParaRPr lang="en-US"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718793"/>
        <a:ext cx="10515600" cy="919080"/>
      </dsp:txXfrm>
    </dsp:sp>
    <dsp:sp modelId="{D3AC6856-68C7-8E49-9D50-18B97449AB2A}">
      <dsp:nvSpPr>
        <dsp:cNvPr id="0" name=""/>
        <dsp:cNvSpPr/>
      </dsp:nvSpPr>
      <dsp:spPr>
        <a:xfrm>
          <a:off x="0" y="1637874"/>
          <a:ext cx="10515600" cy="692640"/>
        </a:xfrm>
        <a:prstGeom prst="roundRect">
          <a:avLst/>
        </a:prstGeom>
        <a:solidFill>
          <a:srgbClr val="C4816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latin typeface="IBM Plex Sans" panose="020B0503050203000203" pitchFamily="34" charset="0"/>
              <a:ea typeface="Arial Unicode MS" panose="020B0604020202020204" pitchFamily="34" charset="-128"/>
              <a:cs typeface="Arial Unicode MS" panose="020B0604020202020204" pitchFamily="34" charset="-128"/>
            </a:rPr>
            <a:t>Ease of use</a:t>
          </a:r>
        </a:p>
      </dsp:txBody>
      <dsp:txXfrm>
        <a:off x="33812" y="1671686"/>
        <a:ext cx="10447976" cy="625016"/>
      </dsp:txXfrm>
    </dsp:sp>
    <dsp:sp modelId="{C8BCB763-E0ED-4088-B5D9-98699B82A75F}">
      <dsp:nvSpPr>
        <dsp:cNvPr id="0" name=""/>
        <dsp:cNvSpPr/>
      </dsp:nvSpPr>
      <dsp:spPr>
        <a:xfrm>
          <a:off x="0" y="2330514"/>
          <a:ext cx="10515600" cy="65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71450" lvl="1" indent="-171450" algn="l" defTabSz="800100" rtl="0">
            <a:lnSpc>
              <a:spcPct val="90000"/>
            </a:lnSpc>
            <a:spcBef>
              <a:spcPct val="0"/>
            </a:spcBef>
            <a:spcAft>
              <a:spcPct val="20000"/>
            </a:spcAft>
            <a:buChar char="•"/>
          </a:pPr>
          <a:r>
            <a:rPr lang="en-US"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Low code solution which is easy to master and requires minimal technical knowledge </a:t>
          </a:r>
        </a:p>
        <a:p>
          <a:pPr marL="171450" lvl="1" indent="-171450" algn="l" defTabSz="800100" rtl="0">
            <a:lnSpc>
              <a:spcPct val="90000"/>
            </a:lnSpc>
            <a:spcBef>
              <a:spcPct val="0"/>
            </a:spcBef>
            <a:spcAft>
              <a:spcPct val="20000"/>
            </a:spcAft>
            <a:buChar char="•"/>
          </a:pPr>
          <a:endParaRPr lang="en-US"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2330514"/>
        <a:ext cx="10515600" cy="651015"/>
      </dsp:txXfrm>
    </dsp:sp>
    <dsp:sp modelId="{394B06DD-A436-5D46-9362-F96FB68CBC92}">
      <dsp:nvSpPr>
        <dsp:cNvPr id="0" name=""/>
        <dsp:cNvSpPr/>
      </dsp:nvSpPr>
      <dsp:spPr>
        <a:xfrm>
          <a:off x="0" y="2981528"/>
          <a:ext cx="10515600" cy="6926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IN" sz="2000" b="1" kern="1200" dirty="0">
              <a:latin typeface="IBM Plex Sans" panose="020B0503050203000203" pitchFamily="34" charset="0"/>
              <a:ea typeface="Arial Unicode MS" panose="020B0604020202020204" pitchFamily="34" charset="-128"/>
              <a:cs typeface="Arial Unicode MS" panose="020B0604020202020204" pitchFamily="34" charset="-128"/>
            </a:rPr>
            <a:t>Omnichannel Integrations</a:t>
          </a:r>
          <a:r>
            <a:rPr lang="en-US" sz="2000" kern="1200" dirty="0">
              <a:latin typeface="IBM Plex Sans" panose="020B0503050203000203" pitchFamily="34" charset="0"/>
              <a:ea typeface="Arial Unicode MS" panose="020B0604020202020204" pitchFamily="34" charset="-128"/>
              <a:cs typeface="Arial Unicode MS" panose="020B0604020202020204" pitchFamily="34" charset="-128"/>
            </a:rPr>
            <a:t> </a:t>
          </a:r>
        </a:p>
      </dsp:txBody>
      <dsp:txXfrm>
        <a:off x="33812" y="3015340"/>
        <a:ext cx="10447976" cy="625016"/>
      </dsp:txXfrm>
    </dsp:sp>
    <dsp:sp modelId="{BBBA57C9-811F-704B-9BC4-BF8E2F526960}">
      <dsp:nvSpPr>
        <dsp:cNvPr id="0" name=""/>
        <dsp:cNvSpPr/>
      </dsp:nvSpPr>
      <dsp:spPr>
        <a:xfrm>
          <a:off x="0" y="3674169"/>
          <a:ext cx="10515600" cy="65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Connect it to any messaging platform, application, device or channel</a:t>
          </a:r>
          <a:endParaRPr lang="en-US" sz="1800" i="1"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a:p>
          <a:pPr marL="171450" lvl="1" indent="-171450" algn="l" defTabSz="800100">
            <a:lnSpc>
              <a:spcPct val="90000"/>
            </a:lnSpc>
            <a:spcBef>
              <a:spcPct val="0"/>
            </a:spcBef>
            <a:spcAft>
              <a:spcPct val="20000"/>
            </a:spcAft>
            <a:buChar char="•"/>
          </a:pPr>
          <a:endParaRPr lang="en-US" sz="1800" i="1"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3674169"/>
        <a:ext cx="10515600" cy="6510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7E9D5E-7B59-E04C-B9C5-314DC30B386E}">
      <dsp:nvSpPr>
        <dsp:cNvPr id="0" name=""/>
        <dsp:cNvSpPr/>
      </dsp:nvSpPr>
      <dsp:spPr>
        <a:xfrm>
          <a:off x="0" y="2124"/>
          <a:ext cx="1051560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7F93A7-7BDD-944A-A6D5-C7DB412D8B99}">
      <dsp:nvSpPr>
        <dsp:cNvPr id="0" name=""/>
        <dsp:cNvSpPr/>
      </dsp:nvSpPr>
      <dsp:spPr>
        <a:xfrm>
          <a:off x="0" y="2124"/>
          <a:ext cx="10515600" cy="4347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rtl="0">
            <a:lnSpc>
              <a:spcPct val="90000"/>
            </a:lnSpc>
            <a:spcBef>
              <a:spcPct val="0"/>
            </a:spcBef>
            <a:spcAft>
              <a:spcPct val="35000"/>
            </a:spcAft>
            <a:buNone/>
          </a:pPr>
          <a:r>
            <a:rPr lang="en-GB" sz="1700" b="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1. Machine Learning Model Integration - BFSI Domain:
• An intelligent mortgage advisor that is linked with a machine learning model. Watson Assistant collects the data and sends it over to the machine learning model which responds with suggestions such as affordability range, properties in the range, potential lenders, and improvement criteria based on user habits and finances.
2. Order Management System Integration - eCommerce Store:
• A shopping assistant for an eCommerce store linked with the order management system with the ability to provide product information, add-to-cart functionality, order tracking, and other related functionalities.  This could further be enhanced with speech-to-text and text-to-speech functionality for a hands-free environment.  
3. Backend Database Integration - Project Management : 
• A smart assistant for project management linked with backend data. It can be used to fetch data regarding the projects, hours utilization, unallocated hours/resources, etc.</a:t>
          </a:r>
          <a:endParaRPr lang="en-US" sz="1700" b="0"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2124"/>
        <a:ext cx="10515600" cy="43470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7E9D5E-7B59-E04C-B9C5-314DC30B386E}">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7F93A7-7BDD-944A-A6D5-C7DB412D8B99}">
      <dsp:nvSpPr>
        <dsp:cNvPr id="0" name=""/>
        <dsp:cNvSpPr/>
      </dsp:nvSpPr>
      <dsp:spPr>
        <a:xfrm>
          <a:off x="0" y="0"/>
          <a:ext cx="1051560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rtl="0">
            <a:lnSpc>
              <a:spcPct val="90000"/>
            </a:lnSpc>
            <a:spcBef>
              <a:spcPct val="0"/>
            </a:spcBef>
            <a:spcAft>
              <a:spcPct val="35000"/>
            </a:spcAft>
            <a:buNone/>
          </a:pPr>
          <a:r>
            <a:rPr lang="en-GB" sz="1800" kern="1200" dirty="0">
              <a:solidFill>
                <a:schemeClr val="bg1"/>
              </a:solidFill>
              <a:latin typeface="IBM Plex Sans" panose="020B0503050203000203" pitchFamily="34" charset="0"/>
            </a:rPr>
            <a:t>The webhook mechanism allows the program to call an external program. When used in a dialog skill, a webhook gets triggered whenever Watson Assistant processes a node for which a webhook is enabled. The webhook collects the specified data or the data that the program collects from the user during the conversation and stores it in context variables. It sends the data as part of an HTTP POST request to the URL you specify as part of your webhook definition. The URL that receives the webhook is the listener. It performs a predefined action on the information passed and returns the desired response.</a:t>
          </a:r>
          <a:endParaRPr lang="en-US" sz="1800" b="1" kern="12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dsp:txBody>
      <dsp:txXfrm>
        <a:off x="0" y="0"/>
        <a:ext cx="10515600" cy="43513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7005D-3344-6C44-9759-E36DA7A25A27}">
      <dsp:nvSpPr>
        <dsp:cNvPr id="0" name=""/>
        <dsp:cNvSpPr/>
      </dsp:nvSpPr>
      <dsp:spPr>
        <a:xfrm>
          <a:off x="0" y="346235"/>
          <a:ext cx="1433730" cy="1040890"/>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b" anchorCtr="0">
          <a:noAutofit/>
        </a:bodyPr>
        <a:lstStyle/>
        <a:p>
          <a:pPr marL="0" lvl="0" indent="0" algn="ctr" defTabSz="577850">
            <a:lnSpc>
              <a:spcPct val="90000"/>
            </a:lnSpc>
            <a:spcBef>
              <a:spcPct val="0"/>
            </a:spcBef>
            <a:spcAft>
              <a:spcPct val="35000"/>
            </a:spcAft>
            <a:buNone/>
          </a:pPr>
          <a:r>
            <a:rPr lang="en-GB" sz="1300" kern="1200" dirty="0">
              <a:solidFill>
                <a:schemeClr val="tx1"/>
              </a:solidFill>
              <a:latin typeface="IBM Plex Sans" panose="020B0503050203000203" pitchFamily="34" charset="0"/>
            </a:rPr>
            <a:t>User</a:t>
          </a:r>
        </a:p>
      </dsp:txBody>
      <dsp:txXfrm>
        <a:off x="30487" y="376722"/>
        <a:ext cx="1372756" cy="979916"/>
      </dsp:txXfrm>
    </dsp:sp>
    <dsp:sp modelId="{AAEBCBD2-E3D6-DD44-BE76-FA24B2B8327C}">
      <dsp:nvSpPr>
        <dsp:cNvPr id="0" name=""/>
        <dsp:cNvSpPr/>
      </dsp:nvSpPr>
      <dsp:spPr>
        <a:xfrm flipV="1">
          <a:off x="1523472" y="773418"/>
          <a:ext cx="190252" cy="186524"/>
        </a:xfrm>
        <a:prstGeom prst="mathMinus">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577850">
            <a:lnSpc>
              <a:spcPct val="90000"/>
            </a:lnSpc>
            <a:spcBef>
              <a:spcPct val="0"/>
            </a:spcBef>
            <a:spcAft>
              <a:spcPct val="35000"/>
            </a:spcAft>
            <a:buNone/>
          </a:pPr>
          <a:endParaRPr lang="en-GB" sz="1300" kern="1200"/>
        </a:p>
      </dsp:txBody>
      <dsp:txXfrm rot="10800000">
        <a:off x="1523472" y="810723"/>
        <a:ext cx="134295" cy="111914"/>
      </dsp:txXfrm>
    </dsp:sp>
    <dsp:sp modelId="{36CE5F33-0144-5741-9611-A1CBEA12A938}">
      <dsp:nvSpPr>
        <dsp:cNvPr id="0" name=""/>
        <dsp:cNvSpPr/>
      </dsp:nvSpPr>
      <dsp:spPr>
        <a:xfrm>
          <a:off x="1792697" y="346235"/>
          <a:ext cx="1433730" cy="1040890"/>
        </a:xfrm>
        <a:prstGeom prst="roundRect">
          <a:avLst>
            <a:gd name="adj" fmla="val 10000"/>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b" anchorCtr="0">
          <a:noAutofit/>
        </a:bodyPr>
        <a:lstStyle/>
        <a:p>
          <a:pPr marL="0" lvl="0" indent="0" algn="ctr" defTabSz="577850">
            <a:lnSpc>
              <a:spcPct val="90000"/>
            </a:lnSpc>
            <a:spcBef>
              <a:spcPct val="0"/>
            </a:spcBef>
            <a:spcAft>
              <a:spcPct val="35000"/>
            </a:spcAft>
            <a:buNone/>
          </a:pPr>
          <a:r>
            <a:rPr lang="en-GB" sz="1300" kern="1200" dirty="0">
              <a:solidFill>
                <a:schemeClr val="tx1"/>
              </a:solidFill>
              <a:latin typeface="IBM Plex Sans" panose="020B0503050203000203" pitchFamily="34" charset="0"/>
            </a:rPr>
            <a:t>Channel</a:t>
          </a:r>
        </a:p>
      </dsp:txBody>
      <dsp:txXfrm>
        <a:off x="1823184" y="376722"/>
        <a:ext cx="1372756" cy="979916"/>
      </dsp:txXfrm>
    </dsp:sp>
    <dsp:sp modelId="{CF03E36A-219E-5F4E-8670-A593D3CD8532}">
      <dsp:nvSpPr>
        <dsp:cNvPr id="0" name=""/>
        <dsp:cNvSpPr/>
      </dsp:nvSpPr>
      <dsp:spPr>
        <a:xfrm>
          <a:off x="3315452" y="756291"/>
          <a:ext cx="188729" cy="220778"/>
        </a:xfrm>
        <a:prstGeom prst="mathMinus">
          <a:avLst/>
        </a:prstGeom>
        <a:solidFill>
          <a:schemeClr val="accent2">
            <a:hueOff val="-363841"/>
            <a:satOff val="-20982"/>
            <a:lumOff val="215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577850">
            <a:lnSpc>
              <a:spcPct val="90000"/>
            </a:lnSpc>
            <a:spcBef>
              <a:spcPct val="0"/>
            </a:spcBef>
            <a:spcAft>
              <a:spcPct val="35000"/>
            </a:spcAft>
            <a:buNone/>
          </a:pPr>
          <a:endParaRPr lang="en-GB" sz="1300" kern="1200"/>
        </a:p>
      </dsp:txBody>
      <dsp:txXfrm>
        <a:off x="3315452" y="800447"/>
        <a:ext cx="132110" cy="132466"/>
      </dsp:txXfrm>
    </dsp:sp>
    <dsp:sp modelId="{DF7DB630-DEE6-0542-80A5-88A6DB31EDF8}">
      <dsp:nvSpPr>
        <dsp:cNvPr id="0" name=""/>
        <dsp:cNvSpPr/>
      </dsp:nvSpPr>
      <dsp:spPr>
        <a:xfrm>
          <a:off x="3582522" y="346235"/>
          <a:ext cx="1433730" cy="1040890"/>
        </a:xfrm>
        <a:prstGeom prst="roundRect">
          <a:avLst>
            <a:gd name="adj" fmla="val 10000"/>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b" anchorCtr="0">
          <a:noAutofit/>
        </a:bodyPr>
        <a:lstStyle/>
        <a:p>
          <a:pPr marL="0" lvl="0" indent="0" algn="ctr" defTabSz="577850">
            <a:lnSpc>
              <a:spcPct val="90000"/>
            </a:lnSpc>
            <a:spcBef>
              <a:spcPct val="0"/>
            </a:spcBef>
            <a:spcAft>
              <a:spcPct val="35000"/>
            </a:spcAft>
            <a:buNone/>
          </a:pPr>
          <a:r>
            <a:rPr lang="en-GB" sz="1300" kern="1200" dirty="0">
              <a:solidFill>
                <a:schemeClr val="tx1"/>
              </a:solidFill>
              <a:latin typeface="IBM Plex Sans" panose="020B0503050203000203" pitchFamily="34" charset="0"/>
            </a:rPr>
            <a:t>Watson Assistant</a:t>
          </a:r>
        </a:p>
      </dsp:txBody>
      <dsp:txXfrm>
        <a:off x="3613009" y="376722"/>
        <a:ext cx="1372756" cy="979916"/>
      </dsp:txXfrm>
    </dsp:sp>
    <dsp:sp modelId="{745207CD-26EF-744A-A982-609EE0A29130}">
      <dsp:nvSpPr>
        <dsp:cNvPr id="0" name=""/>
        <dsp:cNvSpPr/>
      </dsp:nvSpPr>
      <dsp:spPr>
        <a:xfrm>
          <a:off x="5105276" y="756291"/>
          <a:ext cx="188729" cy="220778"/>
        </a:xfrm>
        <a:prstGeom prst="mathMinus">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577850">
            <a:lnSpc>
              <a:spcPct val="90000"/>
            </a:lnSpc>
            <a:spcBef>
              <a:spcPct val="0"/>
            </a:spcBef>
            <a:spcAft>
              <a:spcPct val="35000"/>
            </a:spcAft>
            <a:buNone/>
          </a:pPr>
          <a:endParaRPr lang="en-GB" sz="1300" kern="1200"/>
        </a:p>
      </dsp:txBody>
      <dsp:txXfrm>
        <a:off x="5105276" y="800447"/>
        <a:ext cx="132110" cy="132466"/>
      </dsp:txXfrm>
    </dsp:sp>
    <dsp:sp modelId="{7DEEDB58-3FB7-2E49-B376-7904B7B3AFD7}">
      <dsp:nvSpPr>
        <dsp:cNvPr id="0" name=""/>
        <dsp:cNvSpPr/>
      </dsp:nvSpPr>
      <dsp:spPr>
        <a:xfrm>
          <a:off x="5372346" y="346235"/>
          <a:ext cx="1433730" cy="1040890"/>
        </a:xfrm>
        <a:prstGeom prst="roundRect">
          <a:avLst>
            <a:gd name="adj" fmla="val 10000"/>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b" anchorCtr="0">
          <a:noAutofit/>
        </a:bodyPr>
        <a:lstStyle/>
        <a:p>
          <a:pPr marL="0" lvl="0" indent="0" algn="ctr" defTabSz="577850">
            <a:lnSpc>
              <a:spcPct val="90000"/>
            </a:lnSpc>
            <a:spcBef>
              <a:spcPct val="0"/>
            </a:spcBef>
            <a:spcAft>
              <a:spcPct val="35000"/>
            </a:spcAft>
            <a:buNone/>
          </a:pPr>
          <a:r>
            <a:rPr lang="en-GB" sz="1300" kern="1200" dirty="0">
              <a:solidFill>
                <a:schemeClr val="tx1"/>
              </a:solidFill>
              <a:latin typeface="IBM Plex Sans" panose="020B0503050203000203" pitchFamily="34" charset="0"/>
            </a:rPr>
            <a:t>Dialog</a:t>
          </a:r>
        </a:p>
      </dsp:txBody>
      <dsp:txXfrm>
        <a:off x="5402833" y="376722"/>
        <a:ext cx="1372756" cy="979916"/>
      </dsp:txXfrm>
    </dsp:sp>
    <dsp:sp modelId="{72C2ED7E-099A-0042-815D-48A076227B42}">
      <dsp:nvSpPr>
        <dsp:cNvPr id="0" name=""/>
        <dsp:cNvSpPr/>
      </dsp:nvSpPr>
      <dsp:spPr>
        <a:xfrm>
          <a:off x="6895101" y="756291"/>
          <a:ext cx="188729" cy="220778"/>
        </a:xfrm>
        <a:prstGeom prst="mathMinus">
          <a:avLst/>
        </a:prstGeom>
        <a:solidFill>
          <a:schemeClr val="accent2">
            <a:hueOff val="-1091522"/>
            <a:satOff val="-62946"/>
            <a:lumOff val="64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577850">
            <a:lnSpc>
              <a:spcPct val="90000"/>
            </a:lnSpc>
            <a:spcBef>
              <a:spcPct val="0"/>
            </a:spcBef>
            <a:spcAft>
              <a:spcPct val="35000"/>
            </a:spcAft>
            <a:buNone/>
          </a:pPr>
          <a:endParaRPr lang="en-GB" sz="1300" kern="1200"/>
        </a:p>
      </dsp:txBody>
      <dsp:txXfrm>
        <a:off x="6895101" y="800447"/>
        <a:ext cx="132110" cy="132466"/>
      </dsp:txXfrm>
    </dsp:sp>
    <dsp:sp modelId="{6AA1C693-A87D-2C43-9230-D8F49FDD8257}">
      <dsp:nvSpPr>
        <dsp:cNvPr id="0" name=""/>
        <dsp:cNvSpPr/>
      </dsp:nvSpPr>
      <dsp:spPr>
        <a:xfrm>
          <a:off x="7162171" y="346235"/>
          <a:ext cx="1433730" cy="1040890"/>
        </a:xfrm>
        <a:prstGeom prst="roundRect">
          <a:avLst>
            <a:gd name="adj" fmla="val 10000"/>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b" anchorCtr="0">
          <a:noAutofit/>
        </a:bodyPr>
        <a:lstStyle/>
        <a:p>
          <a:pPr marL="0" lvl="0" indent="0" algn="ctr" defTabSz="577850">
            <a:lnSpc>
              <a:spcPct val="90000"/>
            </a:lnSpc>
            <a:spcBef>
              <a:spcPct val="0"/>
            </a:spcBef>
            <a:spcAft>
              <a:spcPct val="35000"/>
            </a:spcAft>
            <a:buNone/>
          </a:pPr>
          <a:r>
            <a:rPr lang="en-GB" sz="1300" kern="1200" dirty="0">
              <a:solidFill>
                <a:schemeClr val="tx1"/>
              </a:solidFill>
              <a:latin typeface="IBM Plex Sans" panose="020B0503050203000203" pitchFamily="34" charset="0"/>
            </a:rPr>
            <a:t>Web function</a:t>
          </a:r>
        </a:p>
      </dsp:txBody>
      <dsp:txXfrm>
        <a:off x="7192658" y="376722"/>
        <a:ext cx="1372756" cy="979916"/>
      </dsp:txXfrm>
    </dsp:sp>
    <dsp:sp modelId="{C8846A9D-5EBD-F94A-87E6-80CD1CAF3067}">
      <dsp:nvSpPr>
        <dsp:cNvPr id="0" name=""/>
        <dsp:cNvSpPr/>
      </dsp:nvSpPr>
      <dsp:spPr>
        <a:xfrm>
          <a:off x="8684925" y="756291"/>
          <a:ext cx="188729" cy="220778"/>
        </a:xfrm>
        <a:prstGeom prst="mathMinus">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577850">
            <a:lnSpc>
              <a:spcPct val="90000"/>
            </a:lnSpc>
            <a:spcBef>
              <a:spcPct val="0"/>
            </a:spcBef>
            <a:spcAft>
              <a:spcPct val="35000"/>
            </a:spcAft>
            <a:buNone/>
          </a:pPr>
          <a:endParaRPr lang="en-GB" sz="1300" kern="1200"/>
        </a:p>
      </dsp:txBody>
      <dsp:txXfrm>
        <a:off x="8684925" y="800447"/>
        <a:ext cx="132110" cy="132466"/>
      </dsp:txXfrm>
    </dsp:sp>
    <dsp:sp modelId="{C30C9119-08E4-8440-9423-6433DCB1C6C7}">
      <dsp:nvSpPr>
        <dsp:cNvPr id="0" name=""/>
        <dsp:cNvSpPr/>
      </dsp:nvSpPr>
      <dsp:spPr>
        <a:xfrm>
          <a:off x="8951995" y="346235"/>
          <a:ext cx="1433730" cy="1040890"/>
        </a:xfrm>
        <a:prstGeom prst="roundRect">
          <a:avLst>
            <a:gd name="adj" fmla="val 10000"/>
          </a:avLst>
        </a:prstGeom>
        <a:solidFill>
          <a:srgbClr val="A5A5A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b" anchorCtr="0">
          <a:noAutofit/>
        </a:bodyPr>
        <a:lstStyle/>
        <a:p>
          <a:pPr marL="0" lvl="0" indent="0" algn="ctr" defTabSz="577850">
            <a:lnSpc>
              <a:spcPct val="90000"/>
            </a:lnSpc>
            <a:spcBef>
              <a:spcPct val="0"/>
            </a:spcBef>
            <a:spcAft>
              <a:spcPct val="35000"/>
            </a:spcAft>
            <a:buNone/>
          </a:pPr>
          <a:r>
            <a:rPr lang="en-GB" sz="1300" kern="1200" dirty="0">
              <a:solidFill>
                <a:schemeClr val="tx1"/>
              </a:solidFill>
              <a:latin typeface="IBM Plex Sans" panose="020B0503050203000203" pitchFamily="34" charset="0"/>
            </a:rPr>
            <a:t>HTTP API</a:t>
          </a:r>
        </a:p>
      </dsp:txBody>
      <dsp:txXfrm>
        <a:off x="8982482" y="376722"/>
        <a:ext cx="1372756" cy="97991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8F229-EE6D-ED48-9F40-D8436DF9AE56}" type="datetimeFigureOut">
              <a:rPr lang="en-US" smtClean="0"/>
              <a:t>12/16/22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7D6AD4-6761-3C4A-B177-CF88A3C8F3C2}" type="slidenum">
              <a:rPr lang="en-US" smtClean="0"/>
              <a:t>‹#›</a:t>
            </a:fld>
            <a:endParaRPr lang="en-US"/>
          </a:p>
        </p:txBody>
      </p:sp>
    </p:spTree>
    <p:extLst>
      <p:ext uri="{BB962C8B-B14F-4D97-AF65-F5344CB8AC3E}">
        <p14:creationId xmlns:p14="http://schemas.microsoft.com/office/powerpoint/2010/main" val="964556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2</a:t>
            </a:fld>
            <a:endParaRPr lang="en-US"/>
          </a:p>
        </p:txBody>
      </p:sp>
    </p:spTree>
    <p:extLst>
      <p:ext uri="{BB962C8B-B14F-4D97-AF65-F5344CB8AC3E}">
        <p14:creationId xmlns:p14="http://schemas.microsoft.com/office/powerpoint/2010/main" val="1601537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3</a:t>
            </a:fld>
            <a:endParaRPr lang="en-US"/>
          </a:p>
        </p:txBody>
      </p:sp>
    </p:spTree>
    <p:extLst>
      <p:ext uri="{BB962C8B-B14F-4D97-AF65-F5344CB8AC3E}">
        <p14:creationId xmlns:p14="http://schemas.microsoft.com/office/powerpoint/2010/main" val="2075617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4</a:t>
            </a:fld>
            <a:endParaRPr lang="en-US"/>
          </a:p>
        </p:txBody>
      </p:sp>
    </p:spTree>
    <p:extLst>
      <p:ext uri="{BB962C8B-B14F-4D97-AF65-F5344CB8AC3E}">
        <p14:creationId xmlns:p14="http://schemas.microsoft.com/office/powerpoint/2010/main" val="78890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5</a:t>
            </a:fld>
            <a:endParaRPr lang="en-US"/>
          </a:p>
        </p:txBody>
      </p:sp>
    </p:spTree>
    <p:extLst>
      <p:ext uri="{BB962C8B-B14F-4D97-AF65-F5344CB8AC3E}">
        <p14:creationId xmlns:p14="http://schemas.microsoft.com/office/powerpoint/2010/main" val="2611237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6</a:t>
            </a:fld>
            <a:endParaRPr lang="en-US"/>
          </a:p>
        </p:txBody>
      </p:sp>
    </p:spTree>
    <p:extLst>
      <p:ext uri="{BB962C8B-B14F-4D97-AF65-F5344CB8AC3E}">
        <p14:creationId xmlns:p14="http://schemas.microsoft.com/office/powerpoint/2010/main" val="4041159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Tx/>
              <a:buChar char="-"/>
            </a:pPr>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7</a:t>
            </a:fld>
            <a:endParaRPr lang="en-US"/>
          </a:p>
        </p:txBody>
      </p:sp>
    </p:spTree>
    <p:extLst>
      <p:ext uri="{BB962C8B-B14F-4D97-AF65-F5344CB8AC3E}">
        <p14:creationId xmlns:p14="http://schemas.microsoft.com/office/powerpoint/2010/main" val="78758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7D6AD4-6761-3C4A-B177-CF88A3C8F3C2}" type="slidenum">
              <a:rPr lang="en-US" smtClean="0"/>
              <a:t>8</a:t>
            </a:fld>
            <a:endParaRPr lang="en-US"/>
          </a:p>
        </p:txBody>
      </p:sp>
    </p:spTree>
    <p:extLst>
      <p:ext uri="{BB962C8B-B14F-4D97-AF65-F5344CB8AC3E}">
        <p14:creationId xmlns:p14="http://schemas.microsoft.com/office/powerpoint/2010/main" val="1035072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558F-E58A-8230-7547-1DEA2A64A9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3FEC5A-2C6B-DE60-9C5C-1C667B729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66F4E2-B3D8-E11E-1DD2-5BBFA8F36003}"/>
              </a:ext>
            </a:extLst>
          </p:cNvPr>
          <p:cNvSpPr>
            <a:spLocks noGrp="1"/>
          </p:cNvSpPr>
          <p:nvPr>
            <p:ph type="dt" sz="half" idx="10"/>
          </p:nvPr>
        </p:nvSpPr>
        <p:spPr/>
        <p:txBody>
          <a:bodyPr/>
          <a:lstStyle/>
          <a:p>
            <a:fld id="{50B77028-5E36-DC49-9F4B-203753B480A2}" type="datetime1">
              <a:rPr lang="en-US" smtClean="0"/>
              <a:t>12/16/22</a:t>
            </a:fld>
            <a:endParaRPr lang="en-US"/>
          </a:p>
        </p:txBody>
      </p:sp>
      <p:sp>
        <p:nvSpPr>
          <p:cNvPr id="5" name="Footer Placeholder 4">
            <a:extLst>
              <a:ext uri="{FF2B5EF4-FFF2-40B4-BE49-F238E27FC236}">
                <a16:creationId xmlns:a16="http://schemas.microsoft.com/office/drawing/2014/main" id="{74312132-A75B-EE1F-3FF4-1F5F8DF6BC71}"/>
              </a:ext>
            </a:extLst>
          </p:cNvPr>
          <p:cNvSpPr>
            <a:spLocks noGrp="1"/>
          </p:cNvSpPr>
          <p:nvPr>
            <p:ph type="ftr" sz="quarter" idx="11"/>
          </p:nvPr>
        </p:nvSpPr>
        <p:spPr/>
        <p:txBody>
          <a:bodyPr/>
          <a:lstStyle/>
          <a:p>
            <a:r>
              <a:rPr lang="en-US" dirty="0"/>
              <a:t>IBM Build Labs</a:t>
            </a:r>
          </a:p>
        </p:txBody>
      </p:sp>
      <p:sp>
        <p:nvSpPr>
          <p:cNvPr id="6" name="Slide Number Placeholder 5">
            <a:extLst>
              <a:ext uri="{FF2B5EF4-FFF2-40B4-BE49-F238E27FC236}">
                <a16:creationId xmlns:a16="http://schemas.microsoft.com/office/drawing/2014/main" id="{380F9E97-115D-3F62-9A9E-416D98072982}"/>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109242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840F-A56C-D1D7-B535-2FEF68766C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10CEDA-6A73-3C7D-15EA-31F31E58F8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4F633-9BB8-C64D-43C5-25FCF65160E4}"/>
              </a:ext>
            </a:extLst>
          </p:cNvPr>
          <p:cNvSpPr>
            <a:spLocks noGrp="1"/>
          </p:cNvSpPr>
          <p:nvPr>
            <p:ph type="dt" sz="half" idx="10"/>
          </p:nvPr>
        </p:nvSpPr>
        <p:spPr/>
        <p:txBody>
          <a:bodyPr/>
          <a:lstStyle/>
          <a:p>
            <a:fld id="{69B3022E-4585-4649-8F17-213F7F68FBEF}" type="datetime1">
              <a:rPr lang="en-US" smtClean="0"/>
              <a:t>12/16/22</a:t>
            </a:fld>
            <a:endParaRPr lang="en-US"/>
          </a:p>
        </p:txBody>
      </p:sp>
      <p:sp>
        <p:nvSpPr>
          <p:cNvPr id="5" name="Footer Placeholder 4">
            <a:extLst>
              <a:ext uri="{FF2B5EF4-FFF2-40B4-BE49-F238E27FC236}">
                <a16:creationId xmlns:a16="http://schemas.microsoft.com/office/drawing/2014/main" id="{D49B425B-DF04-7706-83DA-4323453717BE}"/>
              </a:ext>
            </a:extLst>
          </p:cNvPr>
          <p:cNvSpPr>
            <a:spLocks noGrp="1"/>
          </p:cNvSpPr>
          <p:nvPr>
            <p:ph type="ftr" sz="quarter" idx="11"/>
          </p:nvPr>
        </p:nvSpPr>
        <p:spPr/>
        <p:txBody>
          <a:bodyPr/>
          <a:lstStyle/>
          <a:p>
            <a:r>
              <a:rPr lang="en-US"/>
              <a:t>IBM Build Labs</a:t>
            </a:r>
          </a:p>
        </p:txBody>
      </p:sp>
      <p:sp>
        <p:nvSpPr>
          <p:cNvPr id="6" name="Slide Number Placeholder 5">
            <a:extLst>
              <a:ext uri="{FF2B5EF4-FFF2-40B4-BE49-F238E27FC236}">
                <a16:creationId xmlns:a16="http://schemas.microsoft.com/office/drawing/2014/main" id="{87BD758C-16C6-19A3-9E07-29AC05A7CEDA}"/>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377867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BA9B-C6A8-8EC1-8D3E-C87DB24D84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B465D6-7BF6-0E5E-E48F-8DA9668D16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55B5DC-A6DF-BDF9-576E-7A1C5EB5E463}"/>
              </a:ext>
            </a:extLst>
          </p:cNvPr>
          <p:cNvSpPr>
            <a:spLocks noGrp="1"/>
          </p:cNvSpPr>
          <p:nvPr>
            <p:ph type="dt" sz="half" idx="10"/>
          </p:nvPr>
        </p:nvSpPr>
        <p:spPr/>
        <p:txBody>
          <a:bodyPr/>
          <a:lstStyle/>
          <a:p>
            <a:fld id="{6812CCD4-36D8-7645-9EE7-EC259B898066}" type="datetime1">
              <a:rPr lang="en-US" smtClean="0"/>
              <a:t>12/16/22</a:t>
            </a:fld>
            <a:endParaRPr lang="en-US"/>
          </a:p>
        </p:txBody>
      </p:sp>
      <p:sp>
        <p:nvSpPr>
          <p:cNvPr id="5" name="Footer Placeholder 4">
            <a:extLst>
              <a:ext uri="{FF2B5EF4-FFF2-40B4-BE49-F238E27FC236}">
                <a16:creationId xmlns:a16="http://schemas.microsoft.com/office/drawing/2014/main" id="{46AB4BEC-0502-F2FD-9884-C1F2F2FFFC79}"/>
              </a:ext>
            </a:extLst>
          </p:cNvPr>
          <p:cNvSpPr>
            <a:spLocks noGrp="1"/>
          </p:cNvSpPr>
          <p:nvPr>
            <p:ph type="ftr" sz="quarter" idx="11"/>
          </p:nvPr>
        </p:nvSpPr>
        <p:spPr/>
        <p:txBody>
          <a:bodyPr/>
          <a:lstStyle/>
          <a:p>
            <a:r>
              <a:rPr lang="en-US"/>
              <a:t>IBM Build Labs</a:t>
            </a:r>
          </a:p>
        </p:txBody>
      </p:sp>
      <p:sp>
        <p:nvSpPr>
          <p:cNvPr id="6" name="Slide Number Placeholder 5">
            <a:extLst>
              <a:ext uri="{FF2B5EF4-FFF2-40B4-BE49-F238E27FC236}">
                <a16:creationId xmlns:a16="http://schemas.microsoft.com/office/drawing/2014/main" id="{1447AA9E-DEF3-2D68-8D4C-35A2E02909D0}"/>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433064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076D-33D2-F07B-2FD5-6E8CD8744D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791091-0D18-C201-A7DA-87809D223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2FFF8C-0F34-69A9-218E-FAFC8A39A2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A4D2EE-498A-983D-A69E-EE5CBE5918FC}"/>
              </a:ext>
            </a:extLst>
          </p:cNvPr>
          <p:cNvSpPr>
            <a:spLocks noGrp="1"/>
          </p:cNvSpPr>
          <p:nvPr>
            <p:ph type="dt" sz="half" idx="10"/>
          </p:nvPr>
        </p:nvSpPr>
        <p:spPr/>
        <p:txBody>
          <a:bodyPr/>
          <a:lstStyle/>
          <a:p>
            <a:fld id="{C8B676DF-FCA2-494F-9D32-9D710634982D}" type="datetime1">
              <a:rPr lang="en-US" smtClean="0"/>
              <a:t>12/16/22</a:t>
            </a:fld>
            <a:endParaRPr lang="en-US"/>
          </a:p>
        </p:txBody>
      </p:sp>
      <p:sp>
        <p:nvSpPr>
          <p:cNvPr id="6" name="Footer Placeholder 5">
            <a:extLst>
              <a:ext uri="{FF2B5EF4-FFF2-40B4-BE49-F238E27FC236}">
                <a16:creationId xmlns:a16="http://schemas.microsoft.com/office/drawing/2014/main" id="{212C1145-2D0C-260D-50E4-6B12265F03D7}"/>
              </a:ext>
            </a:extLst>
          </p:cNvPr>
          <p:cNvSpPr>
            <a:spLocks noGrp="1"/>
          </p:cNvSpPr>
          <p:nvPr>
            <p:ph type="ftr" sz="quarter" idx="11"/>
          </p:nvPr>
        </p:nvSpPr>
        <p:spPr/>
        <p:txBody>
          <a:bodyPr/>
          <a:lstStyle/>
          <a:p>
            <a:r>
              <a:rPr lang="en-US"/>
              <a:t>IBM Build Labs</a:t>
            </a:r>
          </a:p>
        </p:txBody>
      </p:sp>
      <p:sp>
        <p:nvSpPr>
          <p:cNvPr id="7" name="Slide Number Placeholder 6">
            <a:extLst>
              <a:ext uri="{FF2B5EF4-FFF2-40B4-BE49-F238E27FC236}">
                <a16:creationId xmlns:a16="http://schemas.microsoft.com/office/drawing/2014/main" id="{6D8E8FB9-DB61-DBBF-7296-821C43070481}"/>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3349565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1A433-BED3-696A-20D9-C519E9D5A23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C881D9-7342-4209-D7E5-A2848AF14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E86548-0527-EE9C-B0C8-53863035DB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D543ED-DCC1-1B26-C075-B08B4EE5D8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382F80-3293-2FDC-D17A-2DA2277F9E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EC6A0F-4E81-53B3-D760-36C7938EAD09}"/>
              </a:ext>
            </a:extLst>
          </p:cNvPr>
          <p:cNvSpPr>
            <a:spLocks noGrp="1"/>
          </p:cNvSpPr>
          <p:nvPr>
            <p:ph type="dt" sz="half" idx="10"/>
          </p:nvPr>
        </p:nvSpPr>
        <p:spPr/>
        <p:txBody>
          <a:bodyPr/>
          <a:lstStyle/>
          <a:p>
            <a:fld id="{C0EDD050-D4C2-6141-AB83-2C05DAFB648A}" type="datetime1">
              <a:rPr lang="en-US" smtClean="0"/>
              <a:t>12/16/22</a:t>
            </a:fld>
            <a:endParaRPr lang="en-US"/>
          </a:p>
        </p:txBody>
      </p:sp>
      <p:sp>
        <p:nvSpPr>
          <p:cNvPr id="8" name="Footer Placeholder 7">
            <a:extLst>
              <a:ext uri="{FF2B5EF4-FFF2-40B4-BE49-F238E27FC236}">
                <a16:creationId xmlns:a16="http://schemas.microsoft.com/office/drawing/2014/main" id="{152039E7-0C70-4095-33FF-36C92A842BC9}"/>
              </a:ext>
            </a:extLst>
          </p:cNvPr>
          <p:cNvSpPr>
            <a:spLocks noGrp="1"/>
          </p:cNvSpPr>
          <p:nvPr>
            <p:ph type="ftr" sz="quarter" idx="11"/>
          </p:nvPr>
        </p:nvSpPr>
        <p:spPr/>
        <p:txBody>
          <a:bodyPr/>
          <a:lstStyle/>
          <a:p>
            <a:r>
              <a:rPr lang="en-US"/>
              <a:t>IBM Build Labs</a:t>
            </a:r>
          </a:p>
        </p:txBody>
      </p:sp>
      <p:sp>
        <p:nvSpPr>
          <p:cNvPr id="9" name="Slide Number Placeholder 8">
            <a:extLst>
              <a:ext uri="{FF2B5EF4-FFF2-40B4-BE49-F238E27FC236}">
                <a16:creationId xmlns:a16="http://schemas.microsoft.com/office/drawing/2014/main" id="{73065CA7-AD14-463E-F91D-B928A2E64BB7}"/>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791959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A035-17BA-2424-7432-5E9A2E314F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84B882-4377-B8D1-68AD-E3730B439DDC}"/>
              </a:ext>
            </a:extLst>
          </p:cNvPr>
          <p:cNvSpPr>
            <a:spLocks noGrp="1"/>
          </p:cNvSpPr>
          <p:nvPr>
            <p:ph type="dt" sz="half" idx="10"/>
          </p:nvPr>
        </p:nvSpPr>
        <p:spPr/>
        <p:txBody>
          <a:bodyPr/>
          <a:lstStyle/>
          <a:p>
            <a:fld id="{987493BC-E665-0246-9D44-0BB572B6CF99}" type="datetime1">
              <a:rPr lang="en-US" smtClean="0"/>
              <a:t>12/16/22</a:t>
            </a:fld>
            <a:endParaRPr lang="en-US"/>
          </a:p>
        </p:txBody>
      </p:sp>
      <p:sp>
        <p:nvSpPr>
          <p:cNvPr id="4" name="Footer Placeholder 3">
            <a:extLst>
              <a:ext uri="{FF2B5EF4-FFF2-40B4-BE49-F238E27FC236}">
                <a16:creationId xmlns:a16="http://schemas.microsoft.com/office/drawing/2014/main" id="{A6A1C59E-1181-9D53-2804-1BD339614D38}"/>
              </a:ext>
            </a:extLst>
          </p:cNvPr>
          <p:cNvSpPr>
            <a:spLocks noGrp="1"/>
          </p:cNvSpPr>
          <p:nvPr>
            <p:ph type="ftr" sz="quarter" idx="11"/>
          </p:nvPr>
        </p:nvSpPr>
        <p:spPr/>
        <p:txBody>
          <a:bodyPr/>
          <a:lstStyle/>
          <a:p>
            <a:r>
              <a:rPr lang="en-US"/>
              <a:t>IBM Build Labs</a:t>
            </a:r>
          </a:p>
        </p:txBody>
      </p:sp>
      <p:sp>
        <p:nvSpPr>
          <p:cNvPr id="5" name="Slide Number Placeholder 4">
            <a:extLst>
              <a:ext uri="{FF2B5EF4-FFF2-40B4-BE49-F238E27FC236}">
                <a16:creationId xmlns:a16="http://schemas.microsoft.com/office/drawing/2014/main" id="{F7E1A192-9BE7-7BB5-C62F-40A8AC514958}"/>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2617804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D8621-C10B-268B-F18C-8D053E70795F}"/>
              </a:ext>
            </a:extLst>
          </p:cNvPr>
          <p:cNvSpPr>
            <a:spLocks noGrp="1"/>
          </p:cNvSpPr>
          <p:nvPr>
            <p:ph type="dt" sz="half" idx="10"/>
          </p:nvPr>
        </p:nvSpPr>
        <p:spPr/>
        <p:txBody>
          <a:bodyPr/>
          <a:lstStyle/>
          <a:p>
            <a:fld id="{23907D27-25E5-494C-9A7A-D565741834E8}" type="datetime1">
              <a:rPr lang="en-US" smtClean="0"/>
              <a:t>12/16/22</a:t>
            </a:fld>
            <a:endParaRPr lang="en-US"/>
          </a:p>
        </p:txBody>
      </p:sp>
      <p:sp>
        <p:nvSpPr>
          <p:cNvPr id="3" name="Footer Placeholder 2">
            <a:extLst>
              <a:ext uri="{FF2B5EF4-FFF2-40B4-BE49-F238E27FC236}">
                <a16:creationId xmlns:a16="http://schemas.microsoft.com/office/drawing/2014/main" id="{04DD5B86-A263-70AB-10C9-C2E3CF709B2A}"/>
              </a:ext>
            </a:extLst>
          </p:cNvPr>
          <p:cNvSpPr>
            <a:spLocks noGrp="1"/>
          </p:cNvSpPr>
          <p:nvPr>
            <p:ph type="ftr" sz="quarter" idx="11"/>
          </p:nvPr>
        </p:nvSpPr>
        <p:spPr/>
        <p:txBody>
          <a:bodyPr/>
          <a:lstStyle/>
          <a:p>
            <a:r>
              <a:rPr lang="en-US"/>
              <a:t>IBM Build Labs</a:t>
            </a:r>
          </a:p>
        </p:txBody>
      </p:sp>
      <p:sp>
        <p:nvSpPr>
          <p:cNvPr id="4" name="Slide Number Placeholder 3">
            <a:extLst>
              <a:ext uri="{FF2B5EF4-FFF2-40B4-BE49-F238E27FC236}">
                <a16:creationId xmlns:a16="http://schemas.microsoft.com/office/drawing/2014/main" id="{F40F2779-16CA-0AE2-E482-15C2D89DEEFE}"/>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296012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41568-3A10-9158-6BC1-D0A4C9DCF6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5DCE84-A6C3-BC7A-D03B-C5EC03FDED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7A0EF3-0908-7DCF-BBFF-C866BA4D73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F137-238E-4B2F-CC8C-AA59480F65E0}"/>
              </a:ext>
            </a:extLst>
          </p:cNvPr>
          <p:cNvSpPr>
            <a:spLocks noGrp="1"/>
          </p:cNvSpPr>
          <p:nvPr>
            <p:ph type="dt" sz="half" idx="10"/>
          </p:nvPr>
        </p:nvSpPr>
        <p:spPr/>
        <p:txBody>
          <a:bodyPr/>
          <a:lstStyle/>
          <a:p>
            <a:fld id="{38974874-1DC8-AE4E-B5B3-24384B6A9C2D}" type="datetime1">
              <a:rPr lang="en-US" smtClean="0"/>
              <a:t>12/16/22</a:t>
            </a:fld>
            <a:endParaRPr lang="en-US"/>
          </a:p>
        </p:txBody>
      </p:sp>
      <p:sp>
        <p:nvSpPr>
          <p:cNvPr id="6" name="Footer Placeholder 5">
            <a:extLst>
              <a:ext uri="{FF2B5EF4-FFF2-40B4-BE49-F238E27FC236}">
                <a16:creationId xmlns:a16="http://schemas.microsoft.com/office/drawing/2014/main" id="{1FD76C50-437D-02BD-241A-99D1A66F4B57}"/>
              </a:ext>
            </a:extLst>
          </p:cNvPr>
          <p:cNvSpPr>
            <a:spLocks noGrp="1"/>
          </p:cNvSpPr>
          <p:nvPr>
            <p:ph type="ftr" sz="quarter" idx="11"/>
          </p:nvPr>
        </p:nvSpPr>
        <p:spPr/>
        <p:txBody>
          <a:bodyPr/>
          <a:lstStyle/>
          <a:p>
            <a:r>
              <a:rPr lang="en-US"/>
              <a:t>IBM Build Labs</a:t>
            </a:r>
          </a:p>
        </p:txBody>
      </p:sp>
      <p:sp>
        <p:nvSpPr>
          <p:cNvPr id="7" name="Slide Number Placeholder 6">
            <a:extLst>
              <a:ext uri="{FF2B5EF4-FFF2-40B4-BE49-F238E27FC236}">
                <a16:creationId xmlns:a16="http://schemas.microsoft.com/office/drawing/2014/main" id="{F92FB2FD-1560-F89D-AAC1-A3765DE88696}"/>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121923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74A4E-68D8-D774-0897-EA94071B1D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2E70E5-DA26-E40E-2040-9215054F37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4623C1-7B2F-1008-18E4-CC8EB24FF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A62776-2361-2FA0-4D25-934FF18B3BC5}"/>
              </a:ext>
            </a:extLst>
          </p:cNvPr>
          <p:cNvSpPr>
            <a:spLocks noGrp="1"/>
          </p:cNvSpPr>
          <p:nvPr>
            <p:ph type="dt" sz="half" idx="10"/>
          </p:nvPr>
        </p:nvSpPr>
        <p:spPr/>
        <p:txBody>
          <a:bodyPr/>
          <a:lstStyle/>
          <a:p>
            <a:fld id="{60504550-BAF3-BC46-A57E-4E8FAE0832AE}" type="datetime1">
              <a:rPr lang="en-US" smtClean="0"/>
              <a:t>12/16/22</a:t>
            </a:fld>
            <a:endParaRPr lang="en-US"/>
          </a:p>
        </p:txBody>
      </p:sp>
      <p:sp>
        <p:nvSpPr>
          <p:cNvPr id="6" name="Footer Placeholder 5">
            <a:extLst>
              <a:ext uri="{FF2B5EF4-FFF2-40B4-BE49-F238E27FC236}">
                <a16:creationId xmlns:a16="http://schemas.microsoft.com/office/drawing/2014/main" id="{D321E984-5C07-979A-734F-B1DAEC0711D9}"/>
              </a:ext>
            </a:extLst>
          </p:cNvPr>
          <p:cNvSpPr>
            <a:spLocks noGrp="1"/>
          </p:cNvSpPr>
          <p:nvPr>
            <p:ph type="ftr" sz="quarter" idx="11"/>
          </p:nvPr>
        </p:nvSpPr>
        <p:spPr/>
        <p:txBody>
          <a:bodyPr/>
          <a:lstStyle/>
          <a:p>
            <a:r>
              <a:rPr lang="en-US"/>
              <a:t>IBM Build Labs</a:t>
            </a:r>
          </a:p>
        </p:txBody>
      </p:sp>
      <p:sp>
        <p:nvSpPr>
          <p:cNvPr id="7" name="Slide Number Placeholder 6">
            <a:extLst>
              <a:ext uri="{FF2B5EF4-FFF2-40B4-BE49-F238E27FC236}">
                <a16:creationId xmlns:a16="http://schemas.microsoft.com/office/drawing/2014/main" id="{964D49EB-C816-C5A5-BF89-B33B042FBFF3}"/>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367626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B3AF1-D87B-BD0A-80F8-2687EA3506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0BDE3A1-3BC6-4878-586E-B913F3001B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0A593-2643-DCE9-440A-4EF5EE753C20}"/>
              </a:ext>
            </a:extLst>
          </p:cNvPr>
          <p:cNvSpPr>
            <a:spLocks noGrp="1"/>
          </p:cNvSpPr>
          <p:nvPr>
            <p:ph type="dt" sz="half" idx="10"/>
          </p:nvPr>
        </p:nvSpPr>
        <p:spPr/>
        <p:txBody>
          <a:bodyPr/>
          <a:lstStyle/>
          <a:p>
            <a:fld id="{F80FD0CB-10BC-9D46-A554-85B4F5071166}" type="datetime1">
              <a:rPr lang="en-US" smtClean="0"/>
              <a:t>12/16/22</a:t>
            </a:fld>
            <a:endParaRPr lang="en-US"/>
          </a:p>
        </p:txBody>
      </p:sp>
      <p:sp>
        <p:nvSpPr>
          <p:cNvPr id="5" name="Footer Placeholder 4">
            <a:extLst>
              <a:ext uri="{FF2B5EF4-FFF2-40B4-BE49-F238E27FC236}">
                <a16:creationId xmlns:a16="http://schemas.microsoft.com/office/drawing/2014/main" id="{3E61CADC-91AF-4435-DFFE-0972C37695CB}"/>
              </a:ext>
            </a:extLst>
          </p:cNvPr>
          <p:cNvSpPr>
            <a:spLocks noGrp="1"/>
          </p:cNvSpPr>
          <p:nvPr>
            <p:ph type="ftr" sz="quarter" idx="11"/>
          </p:nvPr>
        </p:nvSpPr>
        <p:spPr/>
        <p:txBody>
          <a:bodyPr/>
          <a:lstStyle/>
          <a:p>
            <a:r>
              <a:rPr lang="en-US"/>
              <a:t>IBM Build Labs</a:t>
            </a:r>
          </a:p>
        </p:txBody>
      </p:sp>
      <p:sp>
        <p:nvSpPr>
          <p:cNvPr id="6" name="Slide Number Placeholder 5">
            <a:extLst>
              <a:ext uri="{FF2B5EF4-FFF2-40B4-BE49-F238E27FC236}">
                <a16:creationId xmlns:a16="http://schemas.microsoft.com/office/drawing/2014/main" id="{50A208C7-1A82-05C4-7B67-60F28CCE030E}"/>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321534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161992-B0A5-9B30-3F90-7B162FB7EA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CF729F-0D7F-CCFB-B438-B390F022FC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304E5-A52B-B3FC-7B95-EF71E15B0337}"/>
              </a:ext>
            </a:extLst>
          </p:cNvPr>
          <p:cNvSpPr>
            <a:spLocks noGrp="1"/>
          </p:cNvSpPr>
          <p:nvPr>
            <p:ph type="dt" sz="half" idx="10"/>
          </p:nvPr>
        </p:nvSpPr>
        <p:spPr/>
        <p:txBody>
          <a:bodyPr/>
          <a:lstStyle/>
          <a:p>
            <a:fld id="{E08AC1B4-C002-D042-A9DE-94E0938A77C0}" type="datetime1">
              <a:rPr lang="en-US" smtClean="0"/>
              <a:t>12/16/22</a:t>
            </a:fld>
            <a:endParaRPr lang="en-US"/>
          </a:p>
        </p:txBody>
      </p:sp>
      <p:sp>
        <p:nvSpPr>
          <p:cNvPr id="5" name="Footer Placeholder 4">
            <a:extLst>
              <a:ext uri="{FF2B5EF4-FFF2-40B4-BE49-F238E27FC236}">
                <a16:creationId xmlns:a16="http://schemas.microsoft.com/office/drawing/2014/main" id="{4D2ECBA1-871F-F92D-0295-4B4775B901FB}"/>
              </a:ext>
            </a:extLst>
          </p:cNvPr>
          <p:cNvSpPr>
            <a:spLocks noGrp="1"/>
          </p:cNvSpPr>
          <p:nvPr>
            <p:ph type="ftr" sz="quarter" idx="11"/>
          </p:nvPr>
        </p:nvSpPr>
        <p:spPr/>
        <p:txBody>
          <a:bodyPr/>
          <a:lstStyle/>
          <a:p>
            <a:r>
              <a:rPr lang="en-US"/>
              <a:t>IBM Build Labs</a:t>
            </a:r>
          </a:p>
        </p:txBody>
      </p:sp>
      <p:sp>
        <p:nvSpPr>
          <p:cNvPr id="6" name="Slide Number Placeholder 5">
            <a:extLst>
              <a:ext uri="{FF2B5EF4-FFF2-40B4-BE49-F238E27FC236}">
                <a16:creationId xmlns:a16="http://schemas.microsoft.com/office/drawing/2014/main" id="{ED183E48-BA96-E59D-6107-3F8926E45256}"/>
              </a:ext>
            </a:extLst>
          </p:cNvPr>
          <p:cNvSpPr>
            <a:spLocks noGrp="1"/>
          </p:cNvSpPr>
          <p:nvPr>
            <p:ph type="sldNum" sz="quarter" idx="12"/>
          </p:nvPr>
        </p:nvSpPr>
        <p:spPr/>
        <p:txBody>
          <a:bodyPr/>
          <a:lstStyle/>
          <a:p>
            <a:fld id="{B7CC99EA-62C4-C14D-9F01-529559F54BB6}" type="slidenum">
              <a:rPr lang="en-US" smtClean="0"/>
              <a:t>‹#›</a:t>
            </a:fld>
            <a:endParaRPr lang="en-US"/>
          </a:p>
        </p:txBody>
      </p:sp>
    </p:spTree>
    <p:extLst>
      <p:ext uri="{BB962C8B-B14F-4D97-AF65-F5344CB8AC3E}">
        <p14:creationId xmlns:p14="http://schemas.microsoft.com/office/powerpoint/2010/main" val="246319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54422C-DA0C-F478-BC8A-1EB574F3CC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2936213-7A37-D22C-B4FF-3AABDF167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10199-FFFD-DA9C-B375-AA1229DCB9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685908-733A-4444-9E04-715C30A59191}" type="datetime1">
              <a:rPr lang="en-US" smtClean="0"/>
              <a:t>12/16/22</a:t>
            </a:fld>
            <a:endParaRPr lang="en-US"/>
          </a:p>
        </p:txBody>
      </p:sp>
      <p:sp>
        <p:nvSpPr>
          <p:cNvPr id="5" name="Footer Placeholder 4">
            <a:extLst>
              <a:ext uri="{FF2B5EF4-FFF2-40B4-BE49-F238E27FC236}">
                <a16:creationId xmlns:a16="http://schemas.microsoft.com/office/drawing/2014/main" id="{E47F47BB-42BC-8556-5B5C-CEF7F610A6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IBM Plex Sans" panose="020B0503050203000203" pitchFamily="34" charset="0"/>
              </a:defRPr>
            </a:lvl1pPr>
          </a:lstStyle>
          <a:p>
            <a:r>
              <a:rPr lang="en-US" dirty="0"/>
              <a:t>IBM Build Labs</a:t>
            </a:r>
          </a:p>
        </p:txBody>
      </p:sp>
      <p:sp>
        <p:nvSpPr>
          <p:cNvPr id="6" name="Slide Number Placeholder 5">
            <a:extLst>
              <a:ext uri="{FF2B5EF4-FFF2-40B4-BE49-F238E27FC236}">
                <a16:creationId xmlns:a16="http://schemas.microsoft.com/office/drawing/2014/main" id="{E9F8C9EB-8F39-41C5-B90D-E91C50737D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CC99EA-62C4-C14D-9F01-529559F54BB6}" type="slidenum">
              <a:rPr lang="en-US" smtClean="0"/>
              <a:t>‹#›</a:t>
            </a:fld>
            <a:endParaRPr lang="en-US"/>
          </a:p>
        </p:txBody>
      </p:sp>
    </p:spTree>
    <p:extLst>
      <p:ext uri="{BB962C8B-B14F-4D97-AF65-F5344CB8AC3E}">
        <p14:creationId xmlns:p14="http://schemas.microsoft.com/office/powerpoint/2010/main" val="9693116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18" Type="http://schemas.openxmlformats.org/officeDocument/2006/relationships/image" Target="../media/image18.svg"/><Relationship Id="rId26" Type="http://schemas.openxmlformats.org/officeDocument/2006/relationships/image" Target="../media/image26.sv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sv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16.svg"/><Relationship Id="rId20" Type="http://schemas.openxmlformats.org/officeDocument/2006/relationships/image" Target="../media/image20.svg"/><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image" Target="../media/image11.png"/><Relationship Id="rId24" Type="http://schemas.openxmlformats.org/officeDocument/2006/relationships/image" Target="../media/image24.sv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svg"/><Relationship Id="rId10" Type="http://schemas.openxmlformats.org/officeDocument/2006/relationships/image" Target="../media/image10.svg"/><Relationship Id="rId19" Type="http://schemas.openxmlformats.org/officeDocument/2006/relationships/image" Target="../media/image19.pn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 Id="rId22" Type="http://schemas.openxmlformats.org/officeDocument/2006/relationships/image" Target="../media/image22.svg"/><Relationship Id="rId27" Type="http://schemas.openxmlformats.org/officeDocument/2006/relationships/image" Target="../media/image27.pn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6.xml"/><Relationship Id="rId13" Type="http://schemas.openxmlformats.org/officeDocument/2006/relationships/image" Target="../media/image5.png"/><Relationship Id="rId18" Type="http://schemas.openxmlformats.org/officeDocument/2006/relationships/image" Target="../media/image14.svg"/><Relationship Id="rId3" Type="http://schemas.openxmlformats.org/officeDocument/2006/relationships/diagramData" Target="../diagrams/data5.xml"/><Relationship Id="rId21" Type="http://schemas.openxmlformats.org/officeDocument/2006/relationships/image" Target="../media/image19.png"/><Relationship Id="rId7" Type="http://schemas.microsoft.com/office/2007/relationships/diagramDrawing" Target="../diagrams/drawing5.xml"/><Relationship Id="rId12" Type="http://schemas.microsoft.com/office/2007/relationships/diagramDrawing" Target="../diagrams/drawing6.xml"/><Relationship Id="rId17" Type="http://schemas.openxmlformats.org/officeDocument/2006/relationships/image" Target="../media/image13.png"/><Relationship Id="rId2" Type="http://schemas.openxmlformats.org/officeDocument/2006/relationships/notesSlide" Target="../notesSlides/notesSlide6.xml"/><Relationship Id="rId16" Type="http://schemas.openxmlformats.org/officeDocument/2006/relationships/image" Target="../media/image12.svg"/><Relationship Id="rId20" Type="http://schemas.openxmlformats.org/officeDocument/2006/relationships/image" Target="../media/image18.svg"/><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24" Type="http://schemas.openxmlformats.org/officeDocument/2006/relationships/image" Target="../media/image4.svg"/><Relationship Id="rId5" Type="http://schemas.openxmlformats.org/officeDocument/2006/relationships/diagramQuickStyle" Target="../diagrams/quickStyle5.xml"/><Relationship Id="rId15" Type="http://schemas.openxmlformats.org/officeDocument/2006/relationships/image" Target="../media/image11.png"/><Relationship Id="rId23" Type="http://schemas.openxmlformats.org/officeDocument/2006/relationships/image" Target="../media/image3.png"/><Relationship Id="rId10" Type="http://schemas.openxmlformats.org/officeDocument/2006/relationships/diagramQuickStyle" Target="../diagrams/quickStyle6.xml"/><Relationship Id="rId19" Type="http://schemas.openxmlformats.org/officeDocument/2006/relationships/image" Target="../media/image17.png"/><Relationship Id="rId4" Type="http://schemas.openxmlformats.org/officeDocument/2006/relationships/diagramLayout" Target="../diagrams/layout5.xml"/><Relationship Id="rId9" Type="http://schemas.openxmlformats.org/officeDocument/2006/relationships/diagramLayout" Target="../diagrams/layout6.xml"/><Relationship Id="rId14" Type="http://schemas.openxmlformats.org/officeDocument/2006/relationships/image" Target="../media/image6.svg"/><Relationship Id="rId22" Type="http://schemas.openxmlformats.org/officeDocument/2006/relationships/image" Target="../media/image2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26874D1D-A038-BA2F-926C-2B954D6040AC}"/>
              </a:ext>
            </a:extLst>
          </p:cNvPr>
          <p:cNvSpPr>
            <a:spLocks noGrp="1"/>
          </p:cNvSpPr>
          <p:nvPr>
            <p:ph type="ctrTitle"/>
          </p:nvPr>
        </p:nvSpPr>
        <p:spPr>
          <a:xfrm>
            <a:off x="46493" y="519221"/>
            <a:ext cx="11404599" cy="1318879"/>
          </a:xfrm>
        </p:spPr>
        <p:txBody>
          <a:bodyPr vert="horz" lIns="91440" tIns="45720" rIns="91440" bIns="45720" rtlCol="0" anchor="b">
            <a:normAutofit/>
          </a:bodyPr>
          <a:lstStyle/>
          <a:p>
            <a:pPr algn="l"/>
            <a:r>
              <a:rPr lang="en-US" sz="4400" b="1" dirty="0">
                <a:solidFill>
                  <a:schemeClr val="bg1"/>
                </a:solidFill>
                <a:latin typeface="IBM Plex Sans" panose="020B0503050203000203" pitchFamily="34" charset="0"/>
              </a:rPr>
              <a:t>Watson Assistant with External API</a:t>
            </a:r>
            <a:endParaRPr lang="en-US" sz="4400" kern="1200" dirty="0">
              <a:solidFill>
                <a:schemeClr val="bg1"/>
              </a:solidFill>
              <a:latin typeface="IBM Plex Sans" panose="020B0503050203000203" pitchFamily="34" charset="0"/>
            </a:endParaRPr>
          </a:p>
        </p:txBody>
      </p:sp>
      <p:cxnSp>
        <p:nvCxnSpPr>
          <p:cNvPr id="14" name="Straight Connector 1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7FC81363-97F4-EF38-71D3-B44F655865F8}"/>
              </a:ext>
            </a:extLst>
          </p:cNvPr>
          <p:cNvSpPr>
            <a:spLocks noGrp="1"/>
          </p:cNvSpPr>
          <p:nvPr>
            <p:ph type="ftr" sz="quarter" idx="11"/>
          </p:nvPr>
        </p:nvSpPr>
        <p:spPr>
          <a:xfrm>
            <a:off x="3374229" y="6356350"/>
            <a:ext cx="3945835" cy="365125"/>
          </a:xfrm>
        </p:spPr>
        <p:txBody>
          <a:bodyPr vert="horz" lIns="91440" tIns="45720" rIns="91440" bIns="45720" rtlCol="0" anchor="ctr">
            <a:normAutofit/>
          </a:bodyPr>
          <a:lstStyle/>
          <a:p>
            <a:pPr>
              <a:spcAft>
                <a:spcPts val="600"/>
              </a:spcAft>
            </a:pPr>
            <a:r>
              <a:rPr lang="en-US" kern="1200" dirty="0">
                <a:solidFill>
                  <a:schemeClr val="bg1">
                    <a:lumMod val="50000"/>
                  </a:schemeClr>
                </a:solidFill>
                <a:latin typeface="IBM Plex Sans" panose="020B0503050203000203" pitchFamily="34" charset="0"/>
              </a:rPr>
              <a:t>IBM Build </a:t>
            </a:r>
            <a:r>
              <a:rPr lang="en-US" dirty="0">
                <a:solidFill>
                  <a:schemeClr val="bg1">
                    <a:lumMod val="50000"/>
                  </a:schemeClr>
                </a:solidFill>
                <a:latin typeface="IBM Plex Sans" panose="020B0503050203000203" pitchFamily="34" charset="0"/>
              </a:rPr>
              <a:t>Lab</a:t>
            </a:r>
            <a:endParaRPr lang="en-US" kern="1200" dirty="0">
              <a:solidFill>
                <a:schemeClr val="bg1">
                  <a:lumMod val="50000"/>
                </a:schemeClr>
              </a:solidFill>
              <a:latin typeface="IBM Plex Sans" panose="020B0503050203000203" pitchFamily="34" charset="0"/>
            </a:endParaRPr>
          </a:p>
        </p:txBody>
      </p:sp>
      <p:pic>
        <p:nvPicPr>
          <p:cNvPr id="7" name="Graphic 6" descr="Rocket outline">
            <a:extLst>
              <a:ext uri="{FF2B5EF4-FFF2-40B4-BE49-F238E27FC236}">
                <a16:creationId xmlns:a16="http://schemas.microsoft.com/office/drawing/2014/main" id="{01BBD57A-A355-8ED7-E5E1-B207B46C4A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89097" y="2026340"/>
            <a:ext cx="4562263" cy="4562263"/>
          </a:xfrm>
          <a:prstGeom prst="rect">
            <a:avLst/>
          </a:prstGeom>
        </p:spPr>
      </p:pic>
      <p:cxnSp>
        <p:nvCxnSpPr>
          <p:cNvPr id="16" name="Straight Connector 15">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Subtitle 5">
            <a:extLst>
              <a:ext uri="{FF2B5EF4-FFF2-40B4-BE49-F238E27FC236}">
                <a16:creationId xmlns:a16="http://schemas.microsoft.com/office/drawing/2014/main" id="{08BD5095-CB6F-5B8E-A2FB-DCAA5866A65C}"/>
              </a:ext>
            </a:extLst>
          </p:cNvPr>
          <p:cNvSpPr>
            <a:spLocks noGrp="1"/>
          </p:cNvSpPr>
          <p:nvPr>
            <p:ph type="subTitle" idx="1"/>
          </p:nvPr>
        </p:nvSpPr>
        <p:spPr>
          <a:xfrm>
            <a:off x="30996" y="3363464"/>
            <a:ext cx="9144000" cy="1655762"/>
          </a:xfrm>
        </p:spPr>
        <p:txBody>
          <a:bodyPr vert="horz" lIns="91440" tIns="45720" rIns="91440" bIns="45720" rtlCol="0" anchor="t">
            <a:normAutofit/>
          </a:bodyPr>
          <a:lstStyle/>
          <a:p>
            <a:pPr algn="l"/>
            <a:r>
              <a:rPr lang="en-US" dirty="0">
                <a:solidFill>
                  <a:schemeClr val="bg1"/>
                </a:solidFill>
                <a:latin typeface="IBM Plex Sans" panose="020B0503050203000203" pitchFamily="34" charset="0"/>
              </a:rPr>
              <a:t>Build Lab, IBM Ecosystem</a:t>
            </a:r>
          </a:p>
        </p:txBody>
      </p:sp>
    </p:spTree>
    <p:extLst>
      <p:ext uri="{BB962C8B-B14F-4D97-AF65-F5344CB8AC3E}">
        <p14:creationId xmlns:p14="http://schemas.microsoft.com/office/powerpoint/2010/main" val="2532235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AB1334B-EB7D-6D3D-FC5A-B0B9E4306D22}"/>
              </a:ext>
            </a:extLst>
          </p:cNvPr>
          <p:cNvSpPr>
            <a:spLocks noGrp="1"/>
          </p:cNvSpPr>
          <p:nvPr>
            <p:ph type="title"/>
          </p:nvPr>
        </p:nvSpPr>
        <p:spPr>
          <a:xfrm>
            <a:off x="838199" y="388308"/>
            <a:ext cx="9082443" cy="998334"/>
          </a:xfrm>
        </p:spPr>
        <p:txBody>
          <a:bodyPr anchor="b">
            <a:normAutofit/>
          </a:bodyPr>
          <a:lstStyle/>
          <a:p>
            <a:r>
              <a:rPr lang="en-US" sz="40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Introduction</a:t>
            </a:r>
            <a:endParaRPr lang="en-US"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EB0A3-DDA2-5656-8EC0-F284114BCB2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bg1">
                    <a:lumMod val="50000"/>
                  </a:schemeClr>
                </a:solidFill>
              </a:rPr>
              <a:t>IBM Build Lab</a:t>
            </a:r>
          </a:p>
        </p:txBody>
      </p:sp>
      <p:graphicFrame>
        <p:nvGraphicFramePr>
          <p:cNvPr id="7" name="Content Placeholder 2">
            <a:extLst>
              <a:ext uri="{FF2B5EF4-FFF2-40B4-BE49-F238E27FC236}">
                <a16:creationId xmlns:a16="http://schemas.microsoft.com/office/drawing/2014/main" id="{27D8D4B1-6FAC-006E-2182-33EDE1559EE7}"/>
              </a:ext>
            </a:extLst>
          </p:cNvPr>
          <p:cNvGraphicFramePr>
            <a:graphicFrameLocks noGrp="1"/>
          </p:cNvGraphicFramePr>
          <p:nvPr>
            <p:ph idx="1"/>
            <p:extLst>
              <p:ext uri="{D42A27DB-BD31-4B8C-83A1-F6EECF244321}">
                <p14:modId xmlns:p14="http://schemas.microsoft.com/office/powerpoint/2010/main" val="543589697"/>
              </p:ext>
            </p:extLst>
          </p:nvPr>
        </p:nvGraphicFramePr>
        <p:xfrm>
          <a:off x="838200" y="1473344"/>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73576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AB1334B-EB7D-6D3D-FC5A-B0B9E4306D22}"/>
              </a:ext>
            </a:extLst>
          </p:cNvPr>
          <p:cNvSpPr>
            <a:spLocks noGrp="1"/>
          </p:cNvSpPr>
          <p:nvPr>
            <p:ph type="title"/>
          </p:nvPr>
        </p:nvSpPr>
        <p:spPr>
          <a:xfrm>
            <a:off x="838199" y="388308"/>
            <a:ext cx="9082443" cy="998334"/>
          </a:xfrm>
        </p:spPr>
        <p:txBody>
          <a:bodyPr anchor="b">
            <a:normAutofit/>
          </a:bodyPr>
          <a:lstStyle/>
          <a:p>
            <a:r>
              <a:rPr lang="en-US" sz="4000"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rPr>
              <a:t>Why Web Functions?</a:t>
            </a:r>
            <a:endParaRPr lang="en-US" dirty="0">
              <a:solidFill>
                <a:schemeClr val="bg1"/>
              </a:solidFill>
              <a:latin typeface="IBM Plex Sans" panose="020B0503050203000203" pitchFamily="34" charset="0"/>
              <a:ea typeface="Arial Unicode MS" panose="020B0604020202020204" pitchFamily="34" charset="-128"/>
              <a:cs typeface="Arial Unicode MS" panose="020B0604020202020204" pitchFamily="34" charset="-128"/>
            </a:endParaRP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EB0A3-DDA2-5656-8EC0-F284114BCB2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bg1">
                    <a:lumMod val="50000"/>
                  </a:schemeClr>
                </a:solidFill>
              </a:rPr>
              <a:t>IBM Build Lab</a:t>
            </a:r>
          </a:p>
        </p:txBody>
      </p:sp>
      <p:graphicFrame>
        <p:nvGraphicFramePr>
          <p:cNvPr id="7" name="Content Placeholder 2">
            <a:extLst>
              <a:ext uri="{FF2B5EF4-FFF2-40B4-BE49-F238E27FC236}">
                <a16:creationId xmlns:a16="http://schemas.microsoft.com/office/drawing/2014/main" id="{27D8D4B1-6FAC-006E-2182-33EDE1559EE7}"/>
              </a:ext>
            </a:extLst>
          </p:cNvPr>
          <p:cNvGraphicFramePr>
            <a:graphicFrameLocks noGrp="1"/>
          </p:cNvGraphicFramePr>
          <p:nvPr>
            <p:ph idx="1"/>
            <p:extLst>
              <p:ext uri="{D42A27DB-BD31-4B8C-83A1-F6EECF244321}">
                <p14:modId xmlns:p14="http://schemas.microsoft.com/office/powerpoint/2010/main" val="245861951"/>
              </p:ext>
            </p:extLst>
          </p:nvPr>
        </p:nvGraphicFramePr>
        <p:xfrm>
          <a:off x="838200" y="176363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4129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AB1334B-EB7D-6D3D-FC5A-B0B9E4306D22}"/>
              </a:ext>
            </a:extLst>
          </p:cNvPr>
          <p:cNvSpPr>
            <a:spLocks noGrp="1"/>
          </p:cNvSpPr>
          <p:nvPr>
            <p:ph type="title"/>
          </p:nvPr>
        </p:nvSpPr>
        <p:spPr>
          <a:xfrm>
            <a:off x="838199" y="388308"/>
            <a:ext cx="9082443" cy="998334"/>
          </a:xfrm>
        </p:spPr>
        <p:txBody>
          <a:bodyPr anchor="b">
            <a:normAutofit/>
          </a:bodyPr>
          <a:lstStyle/>
          <a:p>
            <a:r>
              <a:rPr lang="en-US" sz="4000" dirty="0">
                <a:solidFill>
                  <a:schemeClr val="bg1"/>
                </a:solidFill>
                <a:latin typeface="IBM Plex Sans" panose="020B0503050203000203" pitchFamily="34" charset="0"/>
                <a:ea typeface="+mj-lt"/>
                <a:cs typeface="+mj-lt"/>
              </a:rPr>
              <a:t>Value proposition of the solution</a:t>
            </a:r>
            <a:endParaRPr lang="en-US" dirty="0">
              <a:solidFill>
                <a:schemeClr val="bg1"/>
              </a:solidFill>
              <a:latin typeface="IBM Plex Sans" panose="020B0503050203000203" pitchFamily="34" charset="0"/>
            </a:endParaRP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EB0A3-DDA2-5656-8EC0-F284114BCB2C}"/>
              </a:ext>
            </a:extLst>
          </p:cNvPr>
          <p:cNvSpPr>
            <a:spLocks noGrp="1"/>
          </p:cNvSpPr>
          <p:nvPr>
            <p:ph type="ftr" sz="quarter" idx="11"/>
          </p:nvPr>
        </p:nvSpPr>
        <p:spPr>
          <a:xfrm>
            <a:off x="4038600" y="6369998"/>
            <a:ext cx="4114800" cy="365125"/>
          </a:xfrm>
        </p:spPr>
        <p:txBody>
          <a:bodyPr>
            <a:normAutofit/>
          </a:bodyPr>
          <a:lstStyle/>
          <a:p>
            <a:pPr>
              <a:spcAft>
                <a:spcPts val="600"/>
              </a:spcAft>
            </a:pPr>
            <a:r>
              <a:rPr lang="en-US">
                <a:solidFill>
                  <a:schemeClr val="bg1">
                    <a:lumMod val="50000"/>
                  </a:schemeClr>
                </a:solidFill>
                <a:latin typeface="IBM Plex Sans" panose="020B0503050203000203" pitchFamily="34" charset="0"/>
              </a:rPr>
              <a:t>IBM Build Lab</a:t>
            </a:r>
          </a:p>
        </p:txBody>
      </p:sp>
      <p:graphicFrame>
        <p:nvGraphicFramePr>
          <p:cNvPr id="7" name="Content Placeholder 2">
            <a:extLst>
              <a:ext uri="{FF2B5EF4-FFF2-40B4-BE49-F238E27FC236}">
                <a16:creationId xmlns:a16="http://schemas.microsoft.com/office/drawing/2014/main" id="{F3F6757C-E98B-8831-28A5-6C3FFCB3FED5}"/>
              </a:ext>
            </a:extLst>
          </p:cNvPr>
          <p:cNvGraphicFramePr>
            <a:graphicFrameLocks noGrp="1"/>
          </p:cNvGraphicFramePr>
          <p:nvPr>
            <p:ph idx="1"/>
            <p:extLst>
              <p:ext uri="{D42A27DB-BD31-4B8C-83A1-F6EECF244321}">
                <p14:modId xmlns:p14="http://schemas.microsoft.com/office/powerpoint/2010/main" val="36313342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27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AB1334B-EB7D-6D3D-FC5A-B0B9E4306D22}"/>
              </a:ext>
            </a:extLst>
          </p:cNvPr>
          <p:cNvSpPr>
            <a:spLocks noGrp="1"/>
          </p:cNvSpPr>
          <p:nvPr>
            <p:ph type="title"/>
          </p:nvPr>
        </p:nvSpPr>
        <p:spPr>
          <a:xfrm>
            <a:off x="838199" y="388308"/>
            <a:ext cx="9082443" cy="998334"/>
          </a:xfrm>
        </p:spPr>
        <p:txBody>
          <a:bodyPr anchor="b">
            <a:normAutofit/>
          </a:bodyPr>
          <a:lstStyle/>
          <a:p>
            <a:r>
              <a:rPr lang="en-US" sz="4000" dirty="0">
                <a:solidFill>
                  <a:schemeClr val="bg1"/>
                </a:solidFill>
                <a:latin typeface="IBM Plex Sans" panose="020B0503050203000203" pitchFamily="34" charset="0"/>
                <a:ea typeface="+mj-lt"/>
                <a:cs typeface="+mj-lt"/>
              </a:rPr>
              <a:t>Use cases</a:t>
            </a:r>
            <a:endParaRPr lang="en-US" dirty="0">
              <a:solidFill>
                <a:schemeClr val="bg1"/>
              </a:solidFill>
              <a:latin typeface="IBM Plex Sans" panose="020B0503050203000203" pitchFamily="34" charset="0"/>
            </a:endParaRP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EB0A3-DDA2-5656-8EC0-F284114BCB2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bg1">
                    <a:lumMod val="50000"/>
                  </a:schemeClr>
                </a:solidFill>
              </a:rPr>
              <a:t>IBM Build Lab</a:t>
            </a:r>
          </a:p>
        </p:txBody>
      </p:sp>
      <p:graphicFrame>
        <p:nvGraphicFramePr>
          <p:cNvPr id="7" name="Content Placeholder 2">
            <a:extLst>
              <a:ext uri="{FF2B5EF4-FFF2-40B4-BE49-F238E27FC236}">
                <a16:creationId xmlns:a16="http://schemas.microsoft.com/office/drawing/2014/main" id="{F3F6757C-E98B-8831-28A5-6C3FFCB3FED5}"/>
              </a:ext>
            </a:extLst>
          </p:cNvPr>
          <p:cNvGraphicFramePr>
            <a:graphicFrameLocks noGrp="1"/>
          </p:cNvGraphicFramePr>
          <p:nvPr>
            <p:ph idx="1"/>
            <p:extLst>
              <p:ext uri="{D42A27DB-BD31-4B8C-83A1-F6EECF244321}">
                <p14:modId xmlns:p14="http://schemas.microsoft.com/office/powerpoint/2010/main" val="2051345564"/>
              </p:ext>
            </p:extLst>
          </p:nvPr>
        </p:nvGraphicFramePr>
        <p:xfrm>
          <a:off x="838200" y="1578880"/>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031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9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6" name="Rectangle 25">
            <a:extLst>
              <a:ext uri="{FF2B5EF4-FFF2-40B4-BE49-F238E27FC236}">
                <a16:creationId xmlns:a16="http://schemas.microsoft.com/office/drawing/2014/main" id="{20FD53E5-2B9F-5C4B-FB46-65940C9DDFA6}"/>
              </a:ext>
            </a:extLst>
          </p:cNvPr>
          <p:cNvSpPr/>
          <p:nvPr/>
        </p:nvSpPr>
        <p:spPr>
          <a:xfrm>
            <a:off x="659606" y="1651971"/>
            <a:ext cx="10872787" cy="4406838"/>
          </a:xfrm>
          <a:prstGeom prst="rect">
            <a:avLst/>
          </a:prstGeom>
          <a:solidFill>
            <a:schemeClr val="bg1">
              <a:alpha val="10000"/>
            </a:schemeClr>
          </a:solidFill>
          <a:ln>
            <a:solidFill>
              <a:schemeClr val="bg1">
                <a:alpha val="0"/>
              </a:schemeClr>
            </a:solid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6AB1334B-EB7D-6D3D-FC5A-B0B9E4306D22}"/>
              </a:ext>
            </a:extLst>
          </p:cNvPr>
          <p:cNvSpPr>
            <a:spLocks noGrp="1"/>
          </p:cNvSpPr>
          <p:nvPr>
            <p:ph type="title"/>
          </p:nvPr>
        </p:nvSpPr>
        <p:spPr>
          <a:xfrm>
            <a:off x="838199" y="388308"/>
            <a:ext cx="9082443" cy="998334"/>
          </a:xfrm>
        </p:spPr>
        <p:txBody>
          <a:bodyPr anchor="b">
            <a:normAutofit/>
          </a:bodyPr>
          <a:lstStyle/>
          <a:p>
            <a:r>
              <a:rPr lang="en-US" sz="4000" dirty="0">
                <a:solidFill>
                  <a:schemeClr val="bg1"/>
                </a:solidFill>
                <a:latin typeface="IBM Plex Sans" panose="020B0503050203000203" pitchFamily="34" charset="0"/>
                <a:ea typeface="+mj-lt"/>
                <a:cs typeface="+mj-lt"/>
              </a:rPr>
              <a:t>How it works -  Architecture</a:t>
            </a:r>
            <a:endParaRPr lang="en-US" dirty="0">
              <a:solidFill>
                <a:schemeClr val="bg1"/>
              </a:solidFill>
              <a:latin typeface="IBM Plex Sans" panose="020B0503050203000203" pitchFamily="34" charset="0"/>
            </a:endParaRP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EB0A3-DDA2-5656-8EC0-F284114BCB2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bg1"/>
                </a:solidFill>
              </a:rPr>
              <a:t>IBM Build Lab</a:t>
            </a:r>
          </a:p>
        </p:txBody>
      </p:sp>
      <p:grpSp>
        <p:nvGrpSpPr>
          <p:cNvPr id="6" name="Group 5">
            <a:extLst>
              <a:ext uri="{FF2B5EF4-FFF2-40B4-BE49-F238E27FC236}">
                <a16:creationId xmlns:a16="http://schemas.microsoft.com/office/drawing/2014/main" id="{36A2DAB9-AFD7-8E5F-081E-B18120971FFD}"/>
              </a:ext>
            </a:extLst>
          </p:cNvPr>
          <p:cNvGrpSpPr/>
          <p:nvPr/>
        </p:nvGrpSpPr>
        <p:grpSpPr>
          <a:xfrm>
            <a:off x="931865" y="1888457"/>
            <a:ext cx="10320811" cy="3961674"/>
            <a:chOff x="931865" y="1888457"/>
            <a:chExt cx="10320811" cy="3961674"/>
          </a:xfrm>
        </p:grpSpPr>
        <p:sp>
          <p:nvSpPr>
            <p:cNvPr id="8" name="Rectangle 7">
              <a:extLst>
                <a:ext uri="{FF2B5EF4-FFF2-40B4-BE49-F238E27FC236}">
                  <a16:creationId xmlns:a16="http://schemas.microsoft.com/office/drawing/2014/main" id="{455891C0-DAD8-0AE3-2D21-08A5608057AF}"/>
                </a:ext>
              </a:extLst>
            </p:cNvPr>
            <p:cNvSpPr/>
            <p:nvPr/>
          </p:nvSpPr>
          <p:spPr>
            <a:xfrm>
              <a:off x="9732298" y="2376399"/>
              <a:ext cx="1520378" cy="3473727"/>
            </a:xfrm>
            <a:prstGeom prst="rect">
              <a:avLst/>
            </a:prstGeom>
            <a:solidFill>
              <a:schemeClr val="accent2">
                <a:alpha val="0"/>
              </a:schemeClr>
            </a:solid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IBM Plex Sans" panose="020B0503050203000203" pitchFamily="34" charset="0"/>
              </a:endParaRPr>
            </a:p>
          </p:txBody>
        </p:sp>
        <p:cxnSp>
          <p:nvCxnSpPr>
            <p:cNvPr id="13" name="Straight Arrow Connector 12">
              <a:extLst>
                <a:ext uri="{FF2B5EF4-FFF2-40B4-BE49-F238E27FC236}">
                  <a16:creationId xmlns:a16="http://schemas.microsoft.com/office/drawing/2014/main" id="{090AE494-EFBF-9508-E3DB-DA5249A6374F}"/>
                </a:ext>
              </a:extLst>
            </p:cNvPr>
            <p:cNvCxnSpPr>
              <a:cxnSpLocks/>
            </p:cNvCxnSpPr>
            <p:nvPr/>
          </p:nvCxnSpPr>
          <p:spPr>
            <a:xfrm flipV="1">
              <a:off x="1903889" y="4115437"/>
              <a:ext cx="720000" cy="0"/>
            </a:xfrm>
            <a:prstGeom prst="straightConnector1">
              <a:avLst/>
            </a:prstGeom>
            <a:ln w="9525"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Straight Arrow Connector 15">
              <a:extLst>
                <a:ext uri="{FF2B5EF4-FFF2-40B4-BE49-F238E27FC236}">
                  <a16:creationId xmlns:a16="http://schemas.microsoft.com/office/drawing/2014/main" id="{4B680CB2-FDBB-D3F6-DA3E-C377F924FBCE}"/>
                </a:ext>
              </a:extLst>
            </p:cNvPr>
            <p:cNvCxnSpPr>
              <a:cxnSpLocks/>
            </p:cNvCxnSpPr>
            <p:nvPr/>
          </p:nvCxnSpPr>
          <p:spPr>
            <a:xfrm flipV="1">
              <a:off x="3643638" y="4110284"/>
              <a:ext cx="720000" cy="0"/>
            </a:xfrm>
            <a:prstGeom prst="straightConnector1">
              <a:avLst/>
            </a:prstGeom>
            <a:ln w="9525" cap="flat" cmpd="sng" algn="ctr">
              <a:solidFill>
                <a:schemeClr val="bg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8" name="Group 17">
              <a:extLst>
                <a:ext uri="{FF2B5EF4-FFF2-40B4-BE49-F238E27FC236}">
                  <a16:creationId xmlns:a16="http://schemas.microsoft.com/office/drawing/2014/main" id="{8989628C-B8A0-9B26-3BE4-12DCCA581467}"/>
                </a:ext>
              </a:extLst>
            </p:cNvPr>
            <p:cNvGrpSpPr/>
            <p:nvPr/>
          </p:nvGrpSpPr>
          <p:grpSpPr>
            <a:xfrm>
              <a:off x="931865" y="3562020"/>
              <a:ext cx="993599" cy="1106837"/>
              <a:chOff x="1009355" y="2266408"/>
              <a:chExt cx="993599" cy="1106837"/>
            </a:xfrm>
          </p:grpSpPr>
          <p:sp>
            <p:nvSpPr>
              <p:cNvPr id="20" name="Rectangle 19">
                <a:extLst>
                  <a:ext uri="{FF2B5EF4-FFF2-40B4-BE49-F238E27FC236}">
                    <a16:creationId xmlns:a16="http://schemas.microsoft.com/office/drawing/2014/main" id="{207DBE0C-26A7-A4BB-6501-B0C2EC4C6620}"/>
                  </a:ext>
                </a:extLst>
              </p:cNvPr>
              <p:cNvSpPr/>
              <p:nvPr/>
            </p:nvSpPr>
            <p:spPr>
              <a:xfrm>
                <a:off x="1009355" y="2266408"/>
                <a:ext cx="993599" cy="1106837"/>
              </a:xfrm>
              <a:prstGeom prst="rect">
                <a:avLst/>
              </a:prstGeom>
              <a:solidFill>
                <a:schemeClr val="accent2">
                  <a:alpha val="7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IBM Plex Sans" panose="020B0503050203000203" pitchFamily="34" charset="0"/>
                </a:endParaRPr>
              </a:p>
            </p:txBody>
          </p:sp>
          <p:pic>
            <p:nvPicPr>
              <p:cNvPr id="22" name="Graphic 21">
                <a:extLst>
                  <a:ext uri="{FF2B5EF4-FFF2-40B4-BE49-F238E27FC236}">
                    <a16:creationId xmlns:a16="http://schemas.microsoft.com/office/drawing/2014/main" id="{41BBF3EC-8A35-301D-D84C-D0A02F06F8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6167" y="2656393"/>
                <a:ext cx="539972" cy="539972"/>
              </a:xfrm>
              <a:prstGeom prst="rect">
                <a:avLst/>
              </a:prstGeom>
            </p:spPr>
          </p:pic>
          <p:sp>
            <p:nvSpPr>
              <p:cNvPr id="24" name="TextBox 23">
                <a:extLst>
                  <a:ext uri="{FF2B5EF4-FFF2-40B4-BE49-F238E27FC236}">
                    <a16:creationId xmlns:a16="http://schemas.microsoft.com/office/drawing/2014/main" id="{0C3387DA-2247-A2C8-05EE-60883E8A79D9}"/>
                  </a:ext>
                </a:extLst>
              </p:cNvPr>
              <p:cNvSpPr txBox="1"/>
              <p:nvPr/>
            </p:nvSpPr>
            <p:spPr>
              <a:xfrm>
                <a:off x="1054518" y="2331228"/>
                <a:ext cx="891087" cy="307777"/>
              </a:xfrm>
              <a:prstGeom prst="rect">
                <a:avLst/>
              </a:prstGeom>
              <a:noFill/>
            </p:spPr>
            <p:txBody>
              <a:bodyPr wrap="square" rtlCol="0">
                <a:spAutoFit/>
              </a:bodyPr>
              <a:lstStyle/>
              <a:p>
                <a:pPr algn="ctr"/>
                <a:r>
                  <a:rPr lang="en-US" sz="1400" dirty="0">
                    <a:latin typeface="IBM Plex Sans" panose="020B0503050203000203" pitchFamily="34" charset="0"/>
                  </a:rPr>
                  <a:t>User</a:t>
                </a:r>
              </a:p>
            </p:txBody>
          </p:sp>
        </p:grpSp>
        <p:grpSp>
          <p:nvGrpSpPr>
            <p:cNvPr id="25" name="Group 24">
              <a:extLst>
                <a:ext uri="{FF2B5EF4-FFF2-40B4-BE49-F238E27FC236}">
                  <a16:creationId xmlns:a16="http://schemas.microsoft.com/office/drawing/2014/main" id="{CA80C8C8-B0F4-57D1-C73F-07B77AEB2BFB}"/>
                </a:ext>
              </a:extLst>
            </p:cNvPr>
            <p:cNvGrpSpPr/>
            <p:nvPr/>
          </p:nvGrpSpPr>
          <p:grpSpPr>
            <a:xfrm>
              <a:off x="2656115" y="2929136"/>
              <a:ext cx="993599" cy="2372603"/>
              <a:chOff x="2856266" y="1689279"/>
              <a:chExt cx="993599" cy="2372603"/>
            </a:xfrm>
          </p:grpSpPr>
          <p:sp>
            <p:nvSpPr>
              <p:cNvPr id="27" name="Rectangle 26">
                <a:extLst>
                  <a:ext uri="{FF2B5EF4-FFF2-40B4-BE49-F238E27FC236}">
                    <a16:creationId xmlns:a16="http://schemas.microsoft.com/office/drawing/2014/main" id="{1AC83E47-877E-B3EA-E26D-CBEFDA533A54}"/>
                  </a:ext>
                </a:extLst>
              </p:cNvPr>
              <p:cNvSpPr/>
              <p:nvPr/>
            </p:nvSpPr>
            <p:spPr>
              <a:xfrm>
                <a:off x="2856266" y="1689279"/>
                <a:ext cx="993599" cy="2372603"/>
              </a:xfrm>
              <a:prstGeom prst="rect">
                <a:avLst/>
              </a:prstGeom>
              <a:solidFill>
                <a:schemeClr val="accent2">
                  <a:alpha val="70311"/>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IBM Plex Sans" panose="020B0503050203000203" pitchFamily="34" charset="0"/>
                </a:endParaRPr>
              </a:p>
            </p:txBody>
          </p:sp>
          <p:pic>
            <p:nvPicPr>
              <p:cNvPr id="29" name="Graphic 28">
                <a:extLst>
                  <a:ext uri="{FF2B5EF4-FFF2-40B4-BE49-F238E27FC236}">
                    <a16:creationId xmlns:a16="http://schemas.microsoft.com/office/drawing/2014/main" id="{8547BF25-BEA2-2184-F7F2-327D372D30B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83078" y="2685199"/>
                <a:ext cx="539972" cy="539972"/>
              </a:xfrm>
              <a:prstGeom prst="rect">
                <a:avLst/>
              </a:prstGeom>
            </p:spPr>
          </p:pic>
          <p:pic>
            <p:nvPicPr>
              <p:cNvPr id="30" name="Graphic 29">
                <a:extLst>
                  <a:ext uri="{FF2B5EF4-FFF2-40B4-BE49-F238E27FC236}">
                    <a16:creationId xmlns:a16="http://schemas.microsoft.com/office/drawing/2014/main" id="{763858DB-08DE-503E-EA33-62BD8674ED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68660" y="2192971"/>
                <a:ext cx="368808" cy="368808"/>
              </a:xfrm>
              <a:prstGeom prst="rect">
                <a:avLst/>
              </a:prstGeom>
            </p:spPr>
          </p:pic>
          <p:pic>
            <p:nvPicPr>
              <p:cNvPr id="31" name="Graphic 30">
                <a:extLst>
                  <a:ext uri="{FF2B5EF4-FFF2-40B4-BE49-F238E27FC236}">
                    <a16:creationId xmlns:a16="http://schemas.microsoft.com/office/drawing/2014/main" id="{6C443C26-9770-E2B3-6439-2935ED34782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8660" y="3494358"/>
                <a:ext cx="368808" cy="368808"/>
              </a:xfrm>
              <a:prstGeom prst="rect">
                <a:avLst/>
              </a:prstGeom>
            </p:spPr>
          </p:pic>
          <p:sp>
            <p:nvSpPr>
              <p:cNvPr id="32" name="TextBox 31">
                <a:extLst>
                  <a:ext uri="{FF2B5EF4-FFF2-40B4-BE49-F238E27FC236}">
                    <a16:creationId xmlns:a16="http://schemas.microsoft.com/office/drawing/2014/main" id="{43C5623D-4834-F2EB-2EAA-36D841D24255}"/>
                  </a:ext>
                </a:extLst>
              </p:cNvPr>
              <p:cNvSpPr txBox="1"/>
              <p:nvPr/>
            </p:nvSpPr>
            <p:spPr>
              <a:xfrm>
                <a:off x="2924577" y="1746098"/>
                <a:ext cx="846706" cy="307777"/>
              </a:xfrm>
              <a:prstGeom prst="rect">
                <a:avLst/>
              </a:prstGeom>
              <a:noFill/>
            </p:spPr>
            <p:txBody>
              <a:bodyPr wrap="none" rtlCol="0">
                <a:spAutoFit/>
              </a:bodyPr>
              <a:lstStyle/>
              <a:p>
                <a:pPr algn="ctr"/>
                <a:r>
                  <a:rPr lang="en-US" sz="1400" dirty="0">
                    <a:latin typeface="IBM Plex Sans" panose="020B0503050203000203" pitchFamily="34" charset="0"/>
                  </a:rPr>
                  <a:t>Channel</a:t>
                </a:r>
              </a:p>
            </p:txBody>
          </p:sp>
        </p:grpSp>
        <p:grpSp>
          <p:nvGrpSpPr>
            <p:cNvPr id="37" name="Group 36">
              <a:extLst>
                <a:ext uri="{FF2B5EF4-FFF2-40B4-BE49-F238E27FC236}">
                  <a16:creationId xmlns:a16="http://schemas.microsoft.com/office/drawing/2014/main" id="{06A91DBC-7F17-1CFA-C59B-514B1538BCCB}"/>
                </a:ext>
              </a:extLst>
            </p:cNvPr>
            <p:cNvGrpSpPr/>
            <p:nvPr/>
          </p:nvGrpSpPr>
          <p:grpSpPr>
            <a:xfrm>
              <a:off x="4403226" y="2376404"/>
              <a:ext cx="4882108" cy="3473727"/>
              <a:chOff x="4748340" y="1125396"/>
              <a:chExt cx="4882108" cy="3473727"/>
            </a:xfrm>
          </p:grpSpPr>
          <p:sp>
            <p:nvSpPr>
              <p:cNvPr id="38" name="Rectangle 37">
                <a:extLst>
                  <a:ext uri="{FF2B5EF4-FFF2-40B4-BE49-F238E27FC236}">
                    <a16:creationId xmlns:a16="http://schemas.microsoft.com/office/drawing/2014/main" id="{D16B1F46-9E74-EBBF-405F-C9563060CB90}"/>
                  </a:ext>
                </a:extLst>
              </p:cNvPr>
              <p:cNvSpPr/>
              <p:nvPr/>
            </p:nvSpPr>
            <p:spPr>
              <a:xfrm>
                <a:off x="4748340" y="1125396"/>
                <a:ext cx="4882108" cy="3473727"/>
              </a:xfrm>
              <a:prstGeom prst="rect">
                <a:avLst/>
              </a:prstGeom>
              <a:solidFill>
                <a:schemeClr val="accent2">
                  <a:alpha val="7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IBM Plex Sans" panose="020B0503050203000203" pitchFamily="34" charset="0"/>
                </a:endParaRPr>
              </a:p>
            </p:txBody>
          </p:sp>
          <p:sp>
            <p:nvSpPr>
              <p:cNvPr id="39" name="Rectangle 38">
                <a:extLst>
                  <a:ext uri="{FF2B5EF4-FFF2-40B4-BE49-F238E27FC236}">
                    <a16:creationId xmlns:a16="http://schemas.microsoft.com/office/drawing/2014/main" id="{6A7F190D-65D3-49BF-3EB2-A480A7D5A3DE}"/>
                  </a:ext>
                </a:extLst>
              </p:cNvPr>
              <p:cNvSpPr/>
              <p:nvPr/>
            </p:nvSpPr>
            <p:spPr>
              <a:xfrm>
                <a:off x="5086785" y="1929178"/>
                <a:ext cx="2577138" cy="2372603"/>
              </a:xfrm>
              <a:prstGeom prst="rect">
                <a:avLst/>
              </a:prstGeom>
              <a:solidFill>
                <a:srgbClr val="C4816F">
                  <a:alpha val="50000"/>
                </a:srgbClr>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IBM Plex Sans" panose="020B0503050203000203" pitchFamily="34" charset="0"/>
                </a:endParaRPr>
              </a:p>
            </p:txBody>
          </p:sp>
          <p:sp>
            <p:nvSpPr>
              <p:cNvPr id="40" name="Rectangle 39">
                <a:extLst>
                  <a:ext uri="{FF2B5EF4-FFF2-40B4-BE49-F238E27FC236}">
                    <a16:creationId xmlns:a16="http://schemas.microsoft.com/office/drawing/2014/main" id="{4794E13F-13EA-6852-5B5B-DDFA41225A12}"/>
                  </a:ext>
                </a:extLst>
              </p:cNvPr>
              <p:cNvSpPr/>
              <p:nvPr/>
            </p:nvSpPr>
            <p:spPr>
              <a:xfrm>
                <a:off x="5838234" y="2602059"/>
                <a:ext cx="1600200" cy="1473200"/>
              </a:xfrm>
              <a:prstGeom prst="rect">
                <a:avLst/>
              </a:prstGeom>
              <a:solidFill>
                <a:srgbClr val="A5A5A5">
                  <a:alpha val="50000"/>
                </a:srgbClr>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IBM Plex Sans" panose="020B0503050203000203" pitchFamily="34" charset="0"/>
                </a:endParaRPr>
              </a:p>
            </p:txBody>
          </p:sp>
          <p:sp>
            <p:nvSpPr>
              <p:cNvPr id="41" name="Rectangle 40">
                <a:extLst>
                  <a:ext uri="{FF2B5EF4-FFF2-40B4-BE49-F238E27FC236}">
                    <a16:creationId xmlns:a16="http://schemas.microsoft.com/office/drawing/2014/main" id="{6CE25E08-AAE0-6A42-BFAE-CF19D44CDB0D}"/>
                  </a:ext>
                </a:extLst>
              </p:cNvPr>
              <p:cNvSpPr/>
              <p:nvPr/>
            </p:nvSpPr>
            <p:spPr>
              <a:xfrm>
                <a:off x="8453706" y="2412176"/>
                <a:ext cx="903272" cy="914741"/>
              </a:xfrm>
              <a:prstGeom prst="rect">
                <a:avLst/>
              </a:prstGeom>
              <a:solidFill>
                <a:srgbClr val="C4816F">
                  <a:alpha val="50000"/>
                </a:srgbClr>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IBM Plex Sans" panose="020B0503050203000203" pitchFamily="34" charset="0"/>
                </a:endParaRPr>
              </a:p>
            </p:txBody>
          </p:sp>
          <p:pic>
            <p:nvPicPr>
              <p:cNvPr id="42" name="Graphic 41">
                <a:extLst>
                  <a:ext uri="{FF2B5EF4-FFF2-40B4-BE49-F238E27FC236}">
                    <a16:creationId xmlns:a16="http://schemas.microsoft.com/office/drawing/2014/main" id="{35F33CED-3167-356F-EEBD-8D2CA84FADC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55233" y="1968149"/>
                <a:ext cx="593969" cy="593969"/>
              </a:xfrm>
              <a:prstGeom prst="rect">
                <a:avLst/>
              </a:prstGeom>
            </p:spPr>
          </p:pic>
          <p:pic>
            <p:nvPicPr>
              <p:cNvPr id="43" name="Graphic 42">
                <a:extLst>
                  <a:ext uri="{FF2B5EF4-FFF2-40B4-BE49-F238E27FC236}">
                    <a16:creationId xmlns:a16="http://schemas.microsoft.com/office/drawing/2014/main" id="{EF66323F-2D60-86A5-E9C8-515B1784F3C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17681" y="2671030"/>
                <a:ext cx="490884" cy="490884"/>
              </a:xfrm>
              <a:prstGeom prst="rect">
                <a:avLst/>
              </a:prstGeom>
            </p:spPr>
          </p:pic>
          <p:cxnSp>
            <p:nvCxnSpPr>
              <p:cNvPr id="44" name="Straight Arrow Connector 43">
                <a:extLst>
                  <a:ext uri="{FF2B5EF4-FFF2-40B4-BE49-F238E27FC236}">
                    <a16:creationId xmlns:a16="http://schemas.microsoft.com/office/drawing/2014/main" id="{342033FE-06B4-8006-219A-BC2A5373B2C2}"/>
                  </a:ext>
                </a:extLst>
              </p:cNvPr>
              <p:cNvCxnSpPr>
                <a:cxnSpLocks/>
              </p:cNvCxnSpPr>
              <p:nvPr/>
            </p:nvCxnSpPr>
            <p:spPr>
              <a:xfrm flipV="1">
                <a:off x="7705137" y="2870427"/>
                <a:ext cx="720000" cy="0"/>
              </a:xfrm>
              <a:prstGeom prst="straightConnector1">
                <a:avLst/>
              </a:prstGeom>
              <a:ln w="9525" cap="flat" cmpd="sng" algn="ctr">
                <a:solidFill>
                  <a:schemeClr val="bg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A6106705-5C39-A496-4702-48D86A63D1F6}"/>
                  </a:ext>
                </a:extLst>
              </p:cNvPr>
              <p:cNvSpPr txBox="1"/>
              <p:nvPr/>
            </p:nvSpPr>
            <p:spPr>
              <a:xfrm>
                <a:off x="5749202" y="2085114"/>
                <a:ext cx="1904189" cy="338554"/>
              </a:xfrm>
              <a:prstGeom prst="rect">
                <a:avLst/>
              </a:prstGeom>
              <a:noFill/>
            </p:spPr>
            <p:txBody>
              <a:bodyPr wrap="square" rtlCol="0">
                <a:spAutoFit/>
              </a:bodyPr>
              <a:lstStyle/>
              <a:p>
                <a:pPr algn="ctr"/>
                <a:r>
                  <a:rPr lang="en-US" sz="1600" dirty="0">
                    <a:latin typeface="IBM Plex Sans" panose="020B0503050203000203" pitchFamily="34" charset="0"/>
                  </a:rPr>
                  <a:t>Watson Assistant</a:t>
                </a:r>
              </a:p>
            </p:txBody>
          </p:sp>
          <p:sp>
            <p:nvSpPr>
              <p:cNvPr id="46" name="TextBox 45">
                <a:extLst>
                  <a:ext uri="{FF2B5EF4-FFF2-40B4-BE49-F238E27FC236}">
                    <a16:creationId xmlns:a16="http://schemas.microsoft.com/office/drawing/2014/main" id="{7DFA14DB-C60B-2CDD-CB23-1069FE392497}"/>
                  </a:ext>
                </a:extLst>
              </p:cNvPr>
              <p:cNvSpPr txBox="1"/>
              <p:nvPr/>
            </p:nvSpPr>
            <p:spPr>
              <a:xfrm>
                <a:off x="8219535" y="1784385"/>
                <a:ext cx="1325913" cy="584775"/>
              </a:xfrm>
              <a:prstGeom prst="rect">
                <a:avLst/>
              </a:prstGeom>
              <a:noFill/>
            </p:spPr>
            <p:txBody>
              <a:bodyPr wrap="square" rtlCol="0">
                <a:spAutoFit/>
              </a:bodyPr>
              <a:lstStyle/>
              <a:p>
                <a:pPr algn="ctr"/>
                <a:r>
                  <a:rPr lang="en-US" sz="1600" dirty="0">
                    <a:latin typeface="IBM Plex Sans" panose="020B0503050203000203" pitchFamily="34" charset="0"/>
                  </a:rPr>
                  <a:t>Web Function</a:t>
                </a:r>
              </a:p>
            </p:txBody>
          </p:sp>
          <p:sp>
            <p:nvSpPr>
              <p:cNvPr id="47" name="TextBox 46">
                <a:extLst>
                  <a:ext uri="{FF2B5EF4-FFF2-40B4-BE49-F238E27FC236}">
                    <a16:creationId xmlns:a16="http://schemas.microsoft.com/office/drawing/2014/main" id="{64AC4784-8AF9-4B28-967C-D2D966242A56}"/>
                  </a:ext>
                </a:extLst>
              </p:cNvPr>
              <p:cNvSpPr txBox="1"/>
              <p:nvPr/>
            </p:nvSpPr>
            <p:spPr>
              <a:xfrm>
                <a:off x="6387698" y="2742957"/>
                <a:ext cx="891087" cy="338554"/>
              </a:xfrm>
              <a:prstGeom prst="rect">
                <a:avLst/>
              </a:prstGeom>
              <a:noFill/>
            </p:spPr>
            <p:txBody>
              <a:bodyPr wrap="square" rtlCol="0">
                <a:spAutoFit/>
              </a:bodyPr>
              <a:lstStyle/>
              <a:p>
                <a:pPr algn="ctr"/>
                <a:r>
                  <a:rPr lang="en-US" sz="1600" dirty="0">
                    <a:latin typeface="IBM Plex Sans" panose="020B0503050203000203" pitchFamily="34" charset="0"/>
                  </a:rPr>
                  <a:t>Dialog</a:t>
                </a:r>
              </a:p>
            </p:txBody>
          </p:sp>
          <p:sp>
            <p:nvSpPr>
              <p:cNvPr id="48" name="TextBox 47">
                <a:extLst>
                  <a:ext uri="{FF2B5EF4-FFF2-40B4-BE49-F238E27FC236}">
                    <a16:creationId xmlns:a16="http://schemas.microsoft.com/office/drawing/2014/main" id="{B9A436BE-AC25-54B2-54BE-5F1484EBEB93}"/>
                  </a:ext>
                </a:extLst>
              </p:cNvPr>
              <p:cNvSpPr txBox="1"/>
              <p:nvPr/>
            </p:nvSpPr>
            <p:spPr>
              <a:xfrm>
                <a:off x="5838234" y="3207590"/>
                <a:ext cx="1600200" cy="338554"/>
              </a:xfrm>
              <a:prstGeom prst="rect">
                <a:avLst/>
              </a:prstGeom>
              <a:noFill/>
            </p:spPr>
            <p:txBody>
              <a:bodyPr wrap="square" rtlCol="0">
                <a:spAutoFit/>
              </a:bodyPr>
              <a:lstStyle/>
              <a:p>
                <a:pPr algn="ctr"/>
                <a:r>
                  <a:rPr lang="en-US" sz="1600" dirty="0">
                    <a:latin typeface="IBM Plex Sans" panose="020B0503050203000203" pitchFamily="34" charset="0"/>
                  </a:rPr>
                  <a:t>Intent/Entities </a:t>
                </a:r>
              </a:p>
            </p:txBody>
          </p:sp>
          <p:sp>
            <p:nvSpPr>
              <p:cNvPr id="49" name="TextBox 48">
                <a:extLst>
                  <a:ext uri="{FF2B5EF4-FFF2-40B4-BE49-F238E27FC236}">
                    <a16:creationId xmlns:a16="http://schemas.microsoft.com/office/drawing/2014/main" id="{BAB8E126-75FA-1B27-9A92-5A07793DF7C7}"/>
                  </a:ext>
                </a:extLst>
              </p:cNvPr>
              <p:cNvSpPr txBox="1"/>
              <p:nvPr/>
            </p:nvSpPr>
            <p:spPr>
              <a:xfrm>
                <a:off x="5845670" y="3616467"/>
                <a:ext cx="1600200" cy="338554"/>
              </a:xfrm>
              <a:prstGeom prst="rect">
                <a:avLst/>
              </a:prstGeom>
              <a:noFill/>
            </p:spPr>
            <p:txBody>
              <a:bodyPr wrap="square" rtlCol="0">
                <a:spAutoFit/>
              </a:bodyPr>
              <a:lstStyle/>
              <a:p>
                <a:pPr algn="ctr"/>
                <a:r>
                  <a:rPr lang="en-US" sz="1600" dirty="0">
                    <a:latin typeface="IBM Plex Sans" panose="020B0503050203000203" pitchFamily="34" charset="0"/>
                  </a:rPr>
                  <a:t>Webhook</a:t>
                </a:r>
              </a:p>
            </p:txBody>
          </p:sp>
          <p:sp>
            <p:nvSpPr>
              <p:cNvPr id="50" name="TextBox 49">
                <a:extLst>
                  <a:ext uri="{FF2B5EF4-FFF2-40B4-BE49-F238E27FC236}">
                    <a16:creationId xmlns:a16="http://schemas.microsoft.com/office/drawing/2014/main" id="{6EC9E4ED-34F1-9CA3-95FE-230F8B380F73}"/>
                  </a:ext>
                </a:extLst>
              </p:cNvPr>
              <p:cNvSpPr txBox="1"/>
              <p:nvPr/>
            </p:nvSpPr>
            <p:spPr>
              <a:xfrm>
                <a:off x="5447395" y="1420450"/>
                <a:ext cx="1316187" cy="338554"/>
              </a:xfrm>
              <a:prstGeom prst="rect">
                <a:avLst/>
              </a:prstGeom>
              <a:noFill/>
            </p:spPr>
            <p:txBody>
              <a:bodyPr wrap="square" rtlCol="0">
                <a:spAutoFit/>
              </a:bodyPr>
              <a:lstStyle/>
              <a:p>
                <a:pPr algn="ctr"/>
                <a:r>
                  <a:rPr lang="en-US" sz="1600" dirty="0">
                    <a:latin typeface="IBM Plex Sans" panose="020B0503050203000203" pitchFamily="34" charset="0"/>
                  </a:rPr>
                  <a:t>IBM Cloud</a:t>
                </a:r>
              </a:p>
            </p:txBody>
          </p:sp>
          <p:pic>
            <p:nvPicPr>
              <p:cNvPr id="51" name="Graphic 50">
                <a:extLst>
                  <a:ext uri="{FF2B5EF4-FFF2-40B4-BE49-F238E27FC236}">
                    <a16:creationId xmlns:a16="http://schemas.microsoft.com/office/drawing/2014/main" id="{480C57FE-63DA-9FE3-C9FB-A04E4FDB117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86785" y="1328783"/>
                <a:ext cx="405689" cy="405689"/>
              </a:xfrm>
              <a:prstGeom prst="rect">
                <a:avLst/>
              </a:prstGeom>
            </p:spPr>
          </p:pic>
          <p:pic>
            <p:nvPicPr>
              <p:cNvPr id="52" name="Graphic 51">
                <a:extLst>
                  <a:ext uri="{FF2B5EF4-FFF2-40B4-BE49-F238E27FC236}">
                    <a16:creationId xmlns:a16="http://schemas.microsoft.com/office/drawing/2014/main" id="{5E436690-6758-6147-685D-CBFF88678D3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676096" y="2636703"/>
                <a:ext cx="446258" cy="446258"/>
              </a:xfrm>
              <a:prstGeom prst="rect">
                <a:avLst/>
              </a:prstGeom>
            </p:spPr>
          </p:pic>
        </p:grpSp>
        <p:grpSp>
          <p:nvGrpSpPr>
            <p:cNvPr id="5" name="Group 4">
              <a:extLst>
                <a:ext uri="{FF2B5EF4-FFF2-40B4-BE49-F238E27FC236}">
                  <a16:creationId xmlns:a16="http://schemas.microsoft.com/office/drawing/2014/main" id="{3C93630C-F8C9-5BDB-D22B-B58CFDC1CA10}"/>
                </a:ext>
              </a:extLst>
            </p:cNvPr>
            <p:cNvGrpSpPr/>
            <p:nvPr/>
          </p:nvGrpSpPr>
          <p:grpSpPr>
            <a:xfrm>
              <a:off x="9732298" y="1888457"/>
              <a:ext cx="1520378" cy="3787867"/>
              <a:chOff x="9732298" y="1888457"/>
              <a:chExt cx="1520378" cy="3787867"/>
            </a:xfrm>
          </p:grpSpPr>
          <p:grpSp>
            <p:nvGrpSpPr>
              <p:cNvPr id="59" name="Group 58">
                <a:extLst>
                  <a:ext uri="{FF2B5EF4-FFF2-40B4-BE49-F238E27FC236}">
                    <a16:creationId xmlns:a16="http://schemas.microsoft.com/office/drawing/2014/main" id="{D68B9A15-B3DE-1477-CD7D-2D3FE1AE5962}"/>
                  </a:ext>
                </a:extLst>
              </p:cNvPr>
              <p:cNvGrpSpPr/>
              <p:nvPr/>
            </p:nvGrpSpPr>
            <p:grpSpPr>
              <a:xfrm>
                <a:off x="9895396" y="2518390"/>
                <a:ext cx="1202255" cy="3157934"/>
                <a:chOff x="9895396" y="2518390"/>
                <a:chExt cx="1202255" cy="3157934"/>
              </a:xfrm>
            </p:grpSpPr>
            <p:sp>
              <p:nvSpPr>
                <p:cNvPr id="9" name="Rectangle 8">
                  <a:extLst>
                    <a:ext uri="{FF2B5EF4-FFF2-40B4-BE49-F238E27FC236}">
                      <a16:creationId xmlns:a16="http://schemas.microsoft.com/office/drawing/2014/main" id="{4FD124F8-C22E-FB3A-60DA-04F60964CD40}"/>
                    </a:ext>
                  </a:extLst>
                </p:cNvPr>
                <p:cNvSpPr/>
                <p:nvPr/>
              </p:nvSpPr>
              <p:spPr>
                <a:xfrm>
                  <a:off x="9895396" y="2518390"/>
                  <a:ext cx="1202255" cy="3157934"/>
                </a:xfrm>
                <a:prstGeom prst="rect">
                  <a:avLst/>
                </a:prstGeom>
                <a:solidFill>
                  <a:srgbClr val="C4816F">
                    <a:alpha val="70311"/>
                  </a:srgbClr>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IBM Plex Sans" panose="020B0503050203000203" pitchFamily="34" charset="0"/>
                  </a:endParaRPr>
                </a:p>
              </p:txBody>
            </p:sp>
            <p:grpSp>
              <p:nvGrpSpPr>
                <p:cNvPr id="33" name="Group 32">
                  <a:extLst>
                    <a:ext uri="{FF2B5EF4-FFF2-40B4-BE49-F238E27FC236}">
                      <a16:creationId xmlns:a16="http://schemas.microsoft.com/office/drawing/2014/main" id="{0CAC5DF7-7C3C-CE83-28E0-0FE83632D117}"/>
                    </a:ext>
                  </a:extLst>
                </p:cNvPr>
                <p:cNvGrpSpPr/>
                <p:nvPr/>
              </p:nvGrpSpPr>
              <p:grpSpPr>
                <a:xfrm>
                  <a:off x="10048635" y="3556865"/>
                  <a:ext cx="903272" cy="1106837"/>
                  <a:chOff x="10494112" y="2261253"/>
                  <a:chExt cx="903272" cy="1106837"/>
                </a:xfrm>
              </p:grpSpPr>
              <p:sp>
                <p:nvSpPr>
                  <p:cNvPr id="34" name="Rectangle 33">
                    <a:extLst>
                      <a:ext uri="{FF2B5EF4-FFF2-40B4-BE49-F238E27FC236}">
                        <a16:creationId xmlns:a16="http://schemas.microsoft.com/office/drawing/2014/main" id="{8CA497B4-28A6-085E-1C79-442F02808A65}"/>
                      </a:ext>
                    </a:extLst>
                  </p:cNvPr>
                  <p:cNvSpPr/>
                  <p:nvPr/>
                </p:nvSpPr>
                <p:spPr>
                  <a:xfrm>
                    <a:off x="10494112" y="2261253"/>
                    <a:ext cx="903272" cy="1106837"/>
                  </a:xfrm>
                  <a:prstGeom prst="rect">
                    <a:avLst/>
                  </a:prstGeom>
                  <a:solidFill>
                    <a:schemeClr val="accent2">
                      <a:alpha val="69963"/>
                    </a:schemeClr>
                  </a:solidFill>
                  <a:ln>
                    <a:solidFill>
                      <a:schemeClr val="bg1">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IBM Plex Sans" panose="020B0503050203000203" pitchFamily="34" charset="0"/>
                    </a:endParaRPr>
                  </a:p>
                </p:txBody>
              </p:sp>
              <p:pic>
                <p:nvPicPr>
                  <p:cNvPr id="35" name="Graphic 34">
                    <a:extLst>
                      <a:ext uri="{FF2B5EF4-FFF2-40B4-BE49-F238E27FC236}">
                        <a16:creationId xmlns:a16="http://schemas.microsoft.com/office/drawing/2014/main" id="{72BE1EA4-9FA0-782F-A559-DFEEC6D8B93D}"/>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742904" y="2684656"/>
                    <a:ext cx="405689" cy="405689"/>
                  </a:xfrm>
                  <a:prstGeom prst="rect">
                    <a:avLst/>
                  </a:prstGeom>
                </p:spPr>
              </p:pic>
              <p:sp>
                <p:nvSpPr>
                  <p:cNvPr id="36" name="TextBox 35">
                    <a:extLst>
                      <a:ext uri="{FF2B5EF4-FFF2-40B4-BE49-F238E27FC236}">
                        <a16:creationId xmlns:a16="http://schemas.microsoft.com/office/drawing/2014/main" id="{71E072C0-B719-E2EC-C1FF-C6090068846C}"/>
                      </a:ext>
                    </a:extLst>
                  </p:cNvPr>
                  <p:cNvSpPr txBox="1"/>
                  <p:nvPr/>
                </p:nvSpPr>
                <p:spPr>
                  <a:xfrm>
                    <a:off x="10494112" y="2300090"/>
                    <a:ext cx="891087" cy="307777"/>
                  </a:xfrm>
                  <a:prstGeom prst="rect">
                    <a:avLst/>
                  </a:prstGeom>
                  <a:noFill/>
                </p:spPr>
                <p:txBody>
                  <a:bodyPr wrap="square" rtlCol="0">
                    <a:spAutoFit/>
                  </a:bodyPr>
                  <a:lstStyle/>
                  <a:p>
                    <a:pPr algn="ctr"/>
                    <a:r>
                      <a:rPr lang="en-US" sz="1400" dirty="0">
                        <a:latin typeface="IBM Plex Sans" panose="020B0503050203000203" pitchFamily="34" charset="0"/>
                      </a:rPr>
                      <a:t>API</a:t>
                    </a:r>
                  </a:p>
                </p:txBody>
              </p:sp>
            </p:grpSp>
            <p:pic>
              <p:nvPicPr>
                <p:cNvPr id="53" name="Graphic 52">
                  <a:extLst>
                    <a:ext uri="{FF2B5EF4-FFF2-40B4-BE49-F238E27FC236}">
                      <a16:creationId xmlns:a16="http://schemas.microsoft.com/office/drawing/2014/main" id="{70D8A6B7-B263-CAC4-C1B1-56BBF9D59653}"/>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296073" y="2598458"/>
                  <a:ext cx="368808" cy="368808"/>
                </a:xfrm>
                <a:prstGeom prst="rect">
                  <a:avLst/>
                </a:prstGeom>
              </p:spPr>
            </p:pic>
            <p:pic>
              <p:nvPicPr>
                <p:cNvPr id="54" name="Graphic 53">
                  <a:extLst>
                    <a:ext uri="{FF2B5EF4-FFF2-40B4-BE49-F238E27FC236}">
                      <a16:creationId xmlns:a16="http://schemas.microsoft.com/office/drawing/2014/main" id="{7C9DA76E-112D-8B95-C3AE-E9F204D3A437}"/>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296073" y="3071409"/>
                  <a:ext cx="368808" cy="368808"/>
                </a:xfrm>
                <a:prstGeom prst="rect">
                  <a:avLst/>
                </a:prstGeom>
              </p:spPr>
            </p:pic>
            <p:pic>
              <p:nvPicPr>
                <p:cNvPr id="55" name="Graphic 54">
                  <a:extLst>
                    <a:ext uri="{FF2B5EF4-FFF2-40B4-BE49-F238E27FC236}">
                      <a16:creationId xmlns:a16="http://schemas.microsoft.com/office/drawing/2014/main" id="{A7F7E93A-1537-7D22-86EB-B8B58F2B7A47}"/>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309773" y="4775530"/>
                  <a:ext cx="368808" cy="368808"/>
                </a:xfrm>
                <a:prstGeom prst="rect">
                  <a:avLst/>
                </a:prstGeom>
              </p:spPr>
            </p:pic>
            <p:pic>
              <p:nvPicPr>
                <p:cNvPr id="56" name="Graphic 55">
                  <a:extLst>
                    <a:ext uri="{FF2B5EF4-FFF2-40B4-BE49-F238E27FC236}">
                      <a16:creationId xmlns:a16="http://schemas.microsoft.com/office/drawing/2014/main" id="{08951CD3-309D-312C-9B92-B95A0A9AADEA}"/>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314514" y="5238750"/>
                  <a:ext cx="368808" cy="368808"/>
                </a:xfrm>
                <a:prstGeom prst="rect">
                  <a:avLst/>
                </a:prstGeom>
              </p:spPr>
            </p:pic>
          </p:grpSp>
          <p:sp>
            <p:nvSpPr>
              <p:cNvPr id="57" name="TextBox 56">
                <a:extLst>
                  <a:ext uri="{FF2B5EF4-FFF2-40B4-BE49-F238E27FC236}">
                    <a16:creationId xmlns:a16="http://schemas.microsoft.com/office/drawing/2014/main" id="{72F2A34B-DED5-5754-9F69-4DB9D0D03CC0}"/>
                  </a:ext>
                </a:extLst>
              </p:cNvPr>
              <p:cNvSpPr txBox="1"/>
              <p:nvPr/>
            </p:nvSpPr>
            <p:spPr>
              <a:xfrm>
                <a:off x="9732298" y="1888457"/>
                <a:ext cx="1520378" cy="338554"/>
              </a:xfrm>
              <a:prstGeom prst="rect">
                <a:avLst/>
              </a:prstGeom>
              <a:noFill/>
              <a:ln>
                <a:solidFill>
                  <a:schemeClr val="accent2"/>
                </a:solidFill>
                <a:prstDash val="dash"/>
              </a:ln>
            </p:spPr>
            <p:txBody>
              <a:bodyPr wrap="square" rtlCol="0">
                <a:spAutoFit/>
              </a:bodyPr>
              <a:lstStyle/>
              <a:p>
                <a:pPr algn="ctr"/>
                <a:r>
                  <a:rPr lang="en-US" sz="1600" dirty="0">
                    <a:solidFill>
                      <a:schemeClr val="accent2"/>
                    </a:solidFill>
                    <a:latin typeface="IBM Plex Sans" panose="020B0503050203000203" pitchFamily="34" charset="0"/>
                  </a:rPr>
                  <a:t>External API</a:t>
                </a:r>
              </a:p>
            </p:txBody>
          </p:sp>
        </p:grpSp>
        <p:cxnSp>
          <p:nvCxnSpPr>
            <p:cNvPr id="17" name="Straight Arrow Connector 16">
              <a:extLst>
                <a:ext uri="{FF2B5EF4-FFF2-40B4-BE49-F238E27FC236}">
                  <a16:creationId xmlns:a16="http://schemas.microsoft.com/office/drawing/2014/main" id="{0019C0BC-735B-FA76-8158-C3A7B762FD2B}"/>
                </a:ext>
              </a:extLst>
            </p:cNvPr>
            <p:cNvCxnSpPr>
              <a:cxnSpLocks/>
            </p:cNvCxnSpPr>
            <p:nvPr/>
          </p:nvCxnSpPr>
          <p:spPr>
            <a:xfrm flipV="1">
              <a:off x="9011864" y="4117721"/>
              <a:ext cx="1022163" cy="3714"/>
            </a:xfrm>
            <a:prstGeom prst="straightConnector1">
              <a:avLst/>
            </a:prstGeom>
            <a:ln w="9525" cap="flat" cmpd="sng" algn="ctr">
              <a:solidFill>
                <a:schemeClr val="bg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599257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Rectangle 2">
            <a:extLst>
              <a:ext uri="{FF2B5EF4-FFF2-40B4-BE49-F238E27FC236}">
                <a16:creationId xmlns:a16="http://schemas.microsoft.com/office/drawing/2014/main" id="{0ADC60B1-234C-46D8-E769-794224165E56}"/>
              </a:ext>
            </a:extLst>
          </p:cNvPr>
          <p:cNvSpPr/>
          <p:nvPr/>
        </p:nvSpPr>
        <p:spPr>
          <a:xfrm>
            <a:off x="538558" y="4251208"/>
            <a:ext cx="11013284" cy="1733360"/>
          </a:xfrm>
          <a:prstGeom prst="rect">
            <a:avLst/>
          </a:prstGeom>
          <a:solidFill>
            <a:schemeClr val="bg1">
              <a:alpha val="10000"/>
            </a:schemeClr>
          </a:solidFill>
          <a:ln>
            <a:solidFill>
              <a:schemeClr val="bg1">
                <a:alpha val="0"/>
              </a:schemeClr>
            </a:solid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B1334B-EB7D-6D3D-FC5A-B0B9E4306D22}"/>
              </a:ext>
            </a:extLst>
          </p:cNvPr>
          <p:cNvSpPr>
            <a:spLocks noGrp="1"/>
          </p:cNvSpPr>
          <p:nvPr>
            <p:ph type="title"/>
          </p:nvPr>
        </p:nvSpPr>
        <p:spPr>
          <a:xfrm>
            <a:off x="838199" y="388308"/>
            <a:ext cx="9082443" cy="998334"/>
          </a:xfrm>
        </p:spPr>
        <p:txBody>
          <a:bodyPr anchor="b">
            <a:normAutofit/>
          </a:bodyPr>
          <a:lstStyle/>
          <a:p>
            <a:r>
              <a:rPr lang="en-US" sz="4000" dirty="0">
                <a:solidFill>
                  <a:schemeClr val="bg1"/>
                </a:solidFill>
                <a:latin typeface="IBM Plex Sans" panose="020B0503050203000203" pitchFamily="34" charset="0"/>
                <a:ea typeface="+mj-lt"/>
                <a:cs typeface="+mj-lt"/>
              </a:rPr>
              <a:t>How it works - Flow</a:t>
            </a:r>
            <a:endParaRPr lang="en-US" dirty="0">
              <a:solidFill>
                <a:schemeClr val="bg1"/>
              </a:solidFill>
              <a:latin typeface="IBM Plex Sans" panose="020B0503050203000203" pitchFamily="34" charset="0"/>
            </a:endParaRP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440584"/>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7C2F6CE-0CF2-4DDD-85F5-96799A328F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164811" y="6267491"/>
            <a:ext cx="80271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EB0A3-DDA2-5656-8EC0-F284114BCB2C}"/>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a:solidFill>
                  <a:schemeClr val="bg1">
                    <a:lumMod val="50000"/>
                  </a:schemeClr>
                </a:solidFill>
              </a:rPr>
              <a:t>IBM Build Lab</a:t>
            </a:r>
          </a:p>
        </p:txBody>
      </p:sp>
      <p:graphicFrame>
        <p:nvGraphicFramePr>
          <p:cNvPr id="7" name="Content Placeholder 2">
            <a:extLst>
              <a:ext uri="{FF2B5EF4-FFF2-40B4-BE49-F238E27FC236}">
                <a16:creationId xmlns:a16="http://schemas.microsoft.com/office/drawing/2014/main" id="{F3F6757C-E98B-8831-28A5-6C3FFCB3FED5}"/>
              </a:ext>
            </a:extLst>
          </p:cNvPr>
          <p:cNvGraphicFramePr>
            <a:graphicFrameLocks noGrp="1"/>
          </p:cNvGraphicFramePr>
          <p:nvPr>
            <p:ph idx="1"/>
            <p:extLst>
              <p:ext uri="{D42A27DB-BD31-4B8C-83A1-F6EECF244321}">
                <p14:modId xmlns:p14="http://schemas.microsoft.com/office/powerpoint/2010/main" val="4416626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a:extLst>
              <a:ext uri="{FF2B5EF4-FFF2-40B4-BE49-F238E27FC236}">
                <a16:creationId xmlns:a16="http://schemas.microsoft.com/office/drawing/2014/main" id="{8E4A159A-717D-F6EB-A481-E0E421227D7E}"/>
              </a:ext>
            </a:extLst>
          </p:cNvPr>
          <p:cNvGraphicFramePr/>
          <p:nvPr>
            <p:extLst>
              <p:ext uri="{D42A27DB-BD31-4B8C-83A1-F6EECF244321}">
                <p14:modId xmlns:p14="http://schemas.microsoft.com/office/powerpoint/2010/main" val="3800761495"/>
              </p:ext>
            </p:extLst>
          </p:nvPr>
        </p:nvGraphicFramePr>
        <p:xfrm>
          <a:off x="850900" y="4254845"/>
          <a:ext cx="10388600" cy="17333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9" name="Graphic 18">
            <a:extLst>
              <a:ext uri="{FF2B5EF4-FFF2-40B4-BE49-F238E27FC236}">
                <a16:creationId xmlns:a16="http://schemas.microsoft.com/office/drawing/2014/main" id="{67B1CF29-3246-EA32-C9AA-80D45CC3750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0221" y="4906381"/>
            <a:ext cx="405689" cy="405689"/>
          </a:xfrm>
          <a:prstGeom prst="rect">
            <a:avLst/>
          </a:prstGeom>
        </p:spPr>
      </p:pic>
      <p:pic>
        <p:nvPicPr>
          <p:cNvPr id="21" name="Graphic 20">
            <a:extLst>
              <a:ext uri="{FF2B5EF4-FFF2-40B4-BE49-F238E27FC236}">
                <a16:creationId xmlns:a16="http://schemas.microsoft.com/office/drawing/2014/main" id="{0D7BF4A0-91CB-CC1F-88B1-3ECB56775FE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38459" y="4686091"/>
            <a:ext cx="446258" cy="446258"/>
          </a:xfrm>
          <a:prstGeom prst="rect">
            <a:avLst/>
          </a:prstGeom>
        </p:spPr>
      </p:pic>
      <p:pic>
        <p:nvPicPr>
          <p:cNvPr id="23" name="Graphic 22">
            <a:extLst>
              <a:ext uri="{FF2B5EF4-FFF2-40B4-BE49-F238E27FC236}">
                <a16:creationId xmlns:a16="http://schemas.microsoft.com/office/drawing/2014/main" id="{216CD6BE-11CC-7D1D-A0C3-9EE63338316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756178" y="4914430"/>
            <a:ext cx="368808" cy="368808"/>
          </a:xfrm>
          <a:prstGeom prst="rect">
            <a:avLst/>
          </a:prstGeom>
        </p:spPr>
      </p:pic>
      <p:pic>
        <p:nvPicPr>
          <p:cNvPr id="26" name="Graphic 25">
            <a:extLst>
              <a:ext uri="{FF2B5EF4-FFF2-40B4-BE49-F238E27FC236}">
                <a16:creationId xmlns:a16="http://schemas.microsoft.com/office/drawing/2014/main" id="{F4E00DDA-2ED7-5A01-DD70-8610A7E2A11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566208" y="4932945"/>
            <a:ext cx="368808" cy="368808"/>
          </a:xfrm>
          <a:prstGeom prst="rect">
            <a:avLst/>
          </a:prstGeom>
        </p:spPr>
      </p:pic>
      <p:pic>
        <p:nvPicPr>
          <p:cNvPr id="28" name="Graphic 27">
            <a:extLst>
              <a:ext uri="{FF2B5EF4-FFF2-40B4-BE49-F238E27FC236}">
                <a16:creationId xmlns:a16="http://schemas.microsoft.com/office/drawing/2014/main" id="{D9A00CB2-EF3F-3299-F580-686460CD4CA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0358379" y="4971045"/>
            <a:ext cx="304800" cy="304800"/>
          </a:xfrm>
          <a:prstGeom prst="rect">
            <a:avLst/>
          </a:prstGeom>
        </p:spPr>
      </p:pic>
      <p:pic>
        <p:nvPicPr>
          <p:cNvPr id="5" name="Graphic 4">
            <a:extLst>
              <a:ext uri="{FF2B5EF4-FFF2-40B4-BE49-F238E27FC236}">
                <a16:creationId xmlns:a16="http://schemas.microsoft.com/office/drawing/2014/main" id="{3DEAE8DD-EB69-EA4D-DFF7-65C6D39E68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373071" y="4872180"/>
            <a:ext cx="405689" cy="405689"/>
          </a:xfrm>
          <a:prstGeom prst="rect">
            <a:avLst/>
          </a:prstGeom>
        </p:spPr>
      </p:pic>
    </p:spTree>
    <p:extLst>
      <p:ext uri="{BB962C8B-B14F-4D97-AF65-F5344CB8AC3E}">
        <p14:creationId xmlns:p14="http://schemas.microsoft.com/office/powerpoint/2010/main" val="2025969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99C0EF-312F-BBE7-9A60-14EF18654A7F}"/>
              </a:ext>
            </a:extLst>
          </p:cNvPr>
          <p:cNvSpPr>
            <a:spLocks noGrp="1"/>
          </p:cNvSpPr>
          <p:nvPr>
            <p:ph idx="1"/>
          </p:nvPr>
        </p:nvSpPr>
        <p:spPr>
          <a:xfrm>
            <a:off x="838200" y="728420"/>
            <a:ext cx="10515600" cy="5448543"/>
          </a:xfrm>
        </p:spPr>
        <p:txBody>
          <a:bodyPr/>
          <a:lstStyle/>
          <a:p>
            <a:endParaRPr lang="en-US" dirty="0"/>
          </a:p>
        </p:txBody>
      </p:sp>
      <p:sp>
        <p:nvSpPr>
          <p:cNvPr id="4" name="Footer Placeholder 3">
            <a:extLst>
              <a:ext uri="{FF2B5EF4-FFF2-40B4-BE49-F238E27FC236}">
                <a16:creationId xmlns:a16="http://schemas.microsoft.com/office/drawing/2014/main" id="{C7FD7768-7BC8-DBA7-9B2C-6D8BB528DD96}"/>
              </a:ext>
            </a:extLst>
          </p:cNvPr>
          <p:cNvSpPr>
            <a:spLocks noGrp="1"/>
          </p:cNvSpPr>
          <p:nvPr>
            <p:ph type="ftr" sz="quarter" idx="11"/>
          </p:nvPr>
        </p:nvSpPr>
        <p:spPr/>
        <p:txBody>
          <a:bodyPr/>
          <a:lstStyle/>
          <a:p>
            <a:r>
              <a:rPr lang="en-US"/>
              <a:t>IBM Build Labs</a:t>
            </a:r>
          </a:p>
        </p:txBody>
      </p:sp>
      <p:sp>
        <p:nvSpPr>
          <p:cNvPr id="5" name="Image 2" descr="preencoded.png">
            <a:extLst>
              <a:ext uri="{FF2B5EF4-FFF2-40B4-BE49-F238E27FC236}">
                <a16:creationId xmlns:a16="http://schemas.microsoft.com/office/drawing/2014/main" id="{62082C89-20E8-C2A9-8989-D037DFC37F7F}"/>
              </a:ext>
            </a:extLst>
          </p:cNvPr>
          <p:cNvSpPr/>
          <p:nvPr/>
        </p:nvSpPr>
        <p:spPr>
          <a:xfrm>
            <a:off x="4390870" y="2755491"/>
            <a:ext cx="3410260" cy="1394399"/>
          </a:xfrm>
          <a:custGeom>
            <a:avLst/>
            <a:gdLst>
              <a:gd name="connsiteX0" fmla="*/ 197194 w 1014308"/>
              <a:gd name="connsiteY0" fmla="*/ 388322 h 414734"/>
              <a:gd name="connsiteX1" fmla="*/ 197194 w 1014308"/>
              <a:gd name="connsiteY1" fmla="*/ 414733 h 414734"/>
              <a:gd name="connsiteX2" fmla="*/ 0 w 1014308"/>
              <a:gd name="connsiteY2" fmla="*/ 414733 h 414734"/>
              <a:gd name="connsiteX3" fmla="*/ 0 w 1014308"/>
              <a:gd name="connsiteY3" fmla="*/ 388322 h 414734"/>
              <a:gd name="connsiteX4" fmla="*/ 197194 w 1014308"/>
              <a:gd name="connsiteY4" fmla="*/ 388322 h 414734"/>
              <a:gd name="connsiteX5" fmla="*/ 704318 w 1014308"/>
              <a:gd name="connsiteY5" fmla="*/ 388315 h 414734"/>
              <a:gd name="connsiteX6" fmla="*/ 704318 w 1014308"/>
              <a:gd name="connsiteY6" fmla="*/ 414733 h 414734"/>
              <a:gd name="connsiteX7" fmla="*/ 563414 w 1014308"/>
              <a:gd name="connsiteY7" fmla="*/ 414733 h 414734"/>
              <a:gd name="connsiteX8" fmla="*/ 563414 w 1014308"/>
              <a:gd name="connsiteY8" fmla="*/ 388315 h 414734"/>
              <a:gd name="connsiteX9" fmla="*/ 704318 w 1014308"/>
              <a:gd name="connsiteY9" fmla="*/ 388315 h 414734"/>
              <a:gd name="connsiteX10" fmla="*/ 1014309 w 1014308"/>
              <a:gd name="connsiteY10" fmla="*/ 388315 h 414734"/>
              <a:gd name="connsiteX11" fmla="*/ 1014309 w 1014308"/>
              <a:gd name="connsiteY11" fmla="*/ 414733 h 414734"/>
              <a:gd name="connsiteX12" fmla="*/ 873405 w 1014308"/>
              <a:gd name="connsiteY12" fmla="*/ 414733 h 414734"/>
              <a:gd name="connsiteX13" fmla="*/ 873405 w 1014308"/>
              <a:gd name="connsiteY13" fmla="*/ 388315 h 414734"/>
              <a:gd name="connsiteX14" fmla="*/ 1014309 w 1014308"/>
              <a:gd name="connsiteY14" fmla="*/ 388315 h 414734"/>
              <a:gd name="connsiteX15" fmla="*/ 797863 w 1014308"/>
              <a:gd name="connsiteY15" fmla="*/ 388315 h 414734"/>
              <a:gd name="connsiteX16" fmla="*/ 788814 w 1014308"/>
              <a:gd name="connsiteY16" fmla="*/ 414733 h 414734"/>
              <a:gd name="connsiteX17" fmla="*/ 779860 w 1014308"/>
              <a:gd name="connsiteY17" fmla="*/ 388315 h 414734"/>
              <a:gd name="connsiteX18" fmla="*/ 797863 w 1014308"/>
              <a:gd name="connsiteY18" fmla="*/ 388315 h 414734"/>
              <a:gd name="connsiteX19" fmla="*/ 502435 w 1014308"/>
              <a:gd name="connsiteY19" fmla="*/ 388323 h 414734"/>
              <a:gd name="connsiteX20" fmla="*/ 438084 w 1014308"/>
              <a:gd name="connsiteY20" fmla="*/ 414602 h 414734"/>
              <a:gd name="connsiteX21" fmla="*/ 432807 w 1014308"/>
              <a:gd name="connsiteY21" fmla="*/ 414735 h 414734"/>
              <a:gd name="connsiteX22" fmla="*/ 225372 w 1014308"/>
              <a:gd name="connsiteY22" fmla="*/ 414735 h 414734"/>
              <a:gd name="connsiteX23" fmla="*/ 225372 w 1014308"/>
              <a:gd name="connsiteY23" fmla="*/ 388323 h 414734"/>
              <a:gd name="connsiteX24" fmla="*/ 502435 w 1014308"/>
              <a:gd name="connsiteY24" fmla="*/ 388323 h 414734"/>
              <a:gd name="connsiteX25" fmla="*/ 197194 w 1014308"/>
              <a:gd name="connsiteY25" fmla="*/ 332868 h 414734"/>
              <a:gd name="connsiteX26" fmla="*/ 197194 w 1014308"/>
              <a:gd name="connsiteY26" fmla="*/ 359280 h 414734"/>
              <a:gd name="connsiteX27" fmla="*/ 0 w 1014308"/>
              <a:gd name="connsiteY27" fmla="*/ 359280 h 414734"/>
              <a:gd name="connsiteX28" fmla="*/ 0 w 1014308"/>
              <a:gd name="connsiteY28" fmla="*/ 332868 h 414734"/>
              <a:gd name="connsiteX29" fmla="*/ 197194 w 1014308"/>
              <a:gd name="connsiteY29" fmla="*/ 332868 h 414734"/>
              <a:gd name="connsiteX30" fmla="*/ 536620 w 1014308"/>
              <a:gd name="connsiteY30" fmla="*/ 332873 h 414734"/>
              <a:gd name="connsiteX31" fmla="*/ 528581 w 1014308"/>
              <a:gd name="connsiteY31" fmla="*/ 354281 h 414734"/>
              <a:gd name="connsiteX32" fmla="*/ 525943 w 1014308"/>
              <a:gd name="connsiteY32" fmla="*/ 359278 h 414734"/>
              <a:gd name="connsiteX33" fmla="*/ 225372 w 1014308"/>
              <a:gd name="connsiteY33" fmla="*/ 359278 h 414734"/>
              <a:gd name="connsiteX34" fmla="*/ 225372 w 1014308"/>
              <a:gd name="connsiteY34" fmla="*/ 332873 h 414734"/>
              <a:gd name="connsiteX35" fmla="*/ 536620 w 1014308"/>
              <a:gd name="connsiteY35" fmla="*/ 332873 h 414734"/>
              <a:gd name="connsiteX36" fmla="*/ 816855 w 1014308"/>
              <a:gd name="connsiteY36" fmla="*/ 332841 h 414734"/>
              <a:gd name="connsiteX37" fmla="*/ 807807 w 1014308"/>
              <a:gd name="connsiteY37" fmla="*/ 359258 h 414734"/>
              <a:gd name="connsiteX38" fmla="*/ 769916 w 1014308"/>
              <a:gd name="connsiteY38" fmla="*/ 359258 h 414734"/>
              <a:gd name="connsiteX39" fmla="*/ 760877 w 1014308"/>
              <a:gd name="connsiteY39" fmla="*/ 332841 h 414734"/>
              <a:gd name="connsiteX40" fmla="*/ 816855 w 1014308"/>
              <a:gd name="connsiteY40" fmla="*/ 332841 h 414734"/>
              <a:gd name="connsiteX41" fmla="*/ 1014309 w 1014308"/>
              <a:gd name="connsiteY41" fmla="*/ 332844 h 414734"/>
              <a:gd name="connsiteX42" fmla="*/ 1014309 w 1014308"/>
              <a:gd name="connsiteY42" fmla="*/ 359261 h 414734"/>
              <a:gd name="connsiteX43" fmla="*/ 873405 w 1014308"/>
              <a:gd name="connsiteY43" fmla="*/ 359261 h 414734"/>
              <a:gd name="connsiteX44" fmla="*/ 873405 w 1014308"/>
              <a:gd name="connsiteY44" fmla="*/ 332844 h 414734"/>
              <a:gd name="connsiteX45" fmla="*/ 1014309 w 1014308"/>
              <a:gd name="connsiteY45" fmla="*/ 332844 h 414734"/>
              <a:gd name="connsiteX46" fmla="*/ 704318 w 1014308"/>
              <a:gd name="connsiteY46" fmla="*/ 332844 h 414734"/>
              <a:gd name="connsiteX47" fmla="*/ 704318 w 1014308"/>
              <a:gd name="connsiteY47" fmla="*/ 359261 h 414734"/>
              <a:gd name="connsiteX48" fmla="*/ 563414 w 1014308"/>
              <a:gd name="connsiteY48" fmla="*/ 359261 h 414734"/>
              <a:gd name="connsiteX49" fmla="*/ 563414 w 1014308"/>
              <a:gd name="connsiteY49" fmla="*/ 332844 h 414734"/>
              <a:gd name="connsiteX50" fmla="*/ 704318 w 1014308"/>
              <a:gd name="connsiteY50" fmla="*/ 332844 h 414734"/>
              <a:gd name="connsiteX51" fmla="*/ 140851 w 1014308"/>
              <a:gd name="connsiteY51" fmla="*/ 277416 h 414734"/>
              <a:gd name="connsiteX52" fmla="*/ 140851 w 1014308"/>
              <a:gd name="connsiteY52" fmla="*/ 303827 h 414734"/>
              <a:gd name="connsiteX53" fmla="*/ 56337 w 1014308"/>
              <a:gd name="connsiteY53" fmla="*/ 303827 h 414734"/>
              <a:gd name="connsiteX54" fmla="*/ 56337 w 1014308"/>
              <a:gd name="connsiteY54" fmla="*/ 277416 h 414734"/>
              <a:gd name="connsiteX55" fmla="*/ 140851 w 1014308"/>
              <a:gd name="connsiteY55" fmla="*/ 277416 h 414734"/>
              <a:gd name="connsiteX56" fmla="*/ 537230 w 1014308"/>
              <a:gd name="connsiteY56" fmla="*/ 277417 h 414734"/>
              <a:gd name="connsiteX57" fmla="*/ 540240 w 1014308"/>
              <a:gd name="connsiteY57" fmla="*/ 298395 h 414734"/>
              <a:gd name="connsiteX58" fmla="*/ 540373 w 1014308"/>
              <a:gd name="connsiteY58" fmla="*/ 303828 h 414734"/>
              <a:gd name="connsiteX59" fmla="*/ 445609 w 1014308"/>
              <a:gd name="connsiteY59" fmla="*/ 303828 h 414734"/>
              <a:gd name="connsiteX60" fmla="*/ 445609 w 1014308"/>
              <a:gd name="connsiteY60" fmla="*/ 277417 h 414734"/>
              <a:gd name="connsiteX61" fmla="*/ 537230 w 1014308"/>
              <a:gd name="connsiteY61" fmla="*/ 277417 h 414734"/>
              <a:gd name="connsiteX62" fmla="*/ 366228 w 1014308"/>
              <a:gd name="connsiteY62" fmla="*/ 277416 h 414734"/>
              <a:gd name="connsiteX63" fmla="*/ 366228 w 1014308"/>
              <a:gd name="connsiteY63" fmla="*/ 303827 h 414734"/>
              <a:gd name="connsiteX64" fmla="*/ 281712 w 1014308"/>
              <a:gd name="connsiteY64" fmla="*/ 303827 h 414734"/>
              <a:gd name="connsiteX65" fmla="*/ 281712 w 1014308"/>
              <a:gd name="connsiteY65" fmla="*/ 277416 h 414734"/>
              <a:gd name="connsiteX66" fmla="*/ 366228 w 1014308"/>
              <a:gd name="connsiteY66" fmla="*/ 277416 h 414734"/>
              <a:gd name="connsiteX67" fmla="*/ 835848 w 1014308"/>
              <a:gd name="connsiteY67" fmla="*/ 277373 h 414734"/>
              <a:gd name="connsiteX68" fmla="*/ 826800 w 1014308"/>
              <a:gd name="connsiteY68" fmla="*/ 303784 h 414734"/>
              <a:gd name="connsiteX69" fmla="*/ 750923 w 1014308"/>
              <a:gd name="connsiteY69" fmla="*/ 303784 h 414734"/>
              <a:gd name="connsiteX70" fmla="*/ 741884 w 1014308"/>
              <a:gd name="connsiteY70" fmla="*/ 277373 h 414734"/>
              <a:gd name="connsiteX71" fmla="*/ 835848 w 1014308"/>
              <a:gd name="connsiteY71" fmla="*/ 277373 h 414734"/>
              <a:gd name="connsiteX72" fmla="*/ 704318 w 1014308"/>
              <a:gd name="connsiteY72" fmla="*/ 277372 h 414734"/>
              <a:gd name="connsiteX73" fmla="*/ 704318 w 1014308"/>
              <a:gd name="connsiteY73" fmla="*/ 303783 h 414734"/>
              <a:gd name="connsiteX74" fmla="*/ 619783 w 1014308"/>
              <a:gd name="connsiteY74" fmla="*/ 303783 h 414734"/>
              <a:gd name="connsiteX75" fmla="*/ 619783 w 1014308"/>
              <a:gd name="connsiteY75" fmla="*/ 277372 h 414734"/>
              <a:gd name="connsiteX76" fmla="*/ 704318 w 1014308"/>
              <a:gd name="connsiteY76" fmla="*/ 277372 h 414734"/>
              <a:gd name="connsiteX77" fmla="*/ 957949 w 1014308"/>
              <a:gd name="connsiteY77" fmla="*/ 277372 h 414734"/>
              <a:gd name="connsiteX78" fmla="*/ 957949 w 1014308"/>
              <a:gd name="connsiteY78" fmla="*/ 303783 h 414734"/>
              <a:gd name="connsiteX79" fmla="*/ 873405 w 1014308"/>
              <a:gd name="connsiteY79" fmla="*/ 303783 h 414734"/>
              <a:gd name="connsiteX80" fmla="*/ 873405 w 1014308"/>
              <a:gd name="connsiteY80" fmla="*/ 277372 h 414734"/>
              <a:gd name="connsiteX81" fmla="*/ 957949 w 1014308"/>
              <a:gd name="connsiteY81" fmla="*/ 277372 h 414734"/>
              <a:gd name="connsiteX82" fmla="*/ 140851 w 1014308"/>
              <a:gd name="connsiteY82" fmla="*/ 221962 h 414734"/>
              <a:gd name="connsiteX83" fmla="*/ 140851 w 1014308"/>
              <a:gd name="connsiteY83" fmla="*/ 248373 h 414734"/>
              <a:gd name="connsiteX84" fmla="*/ 56337 w 1014308"/>
              <a:gd name="connsiteY84" fmla="*/ 248373 h 414734"/>
              <a:gd name="connsiteX85" fmla="*/ 56337 w 1014308"/>
              <a:gd name="connsiteY85" fmla="*/ 221962 h 414734"/>
              <a:gd name="connsiteX86" fmla="*/ 140851 w 1014308"/>
              <a:gd name="connsiteY86" fmla="*/ 221962 h 414734"/>
              <a:gd name="connsiteX87" fmla="*/ 504340 w 1014308"/>
              <a:gd name="connsiteY87" fmla="*/ 221960 h 414734"/>
              <a:gd name="connsiteX88" fmla="*/ 522114 w 1014308"/>
              <a:gd name="connsiteY88" fmla="*/ 243519 h 414734"/>
              <a:gd name="connsiteX89" fmla="*/ 525000 w 1014308"/>
              <a:gd name="connsiteY89" fmla="*/ 248371 h 414734"/>
              <a:gd name="connsiteX90" fmla="*/ 281712 w 1014308"/>
              <a:gd name="connsiteY90" fmla="*/ 248371 h 414734"/>
              <a:gd name="connsiteX91" fmla="*/ 281712 w 1014308"/>
              <a:gd name="connsiteY91" fmla="*/ 221960 h 414734"/>
              <a:gd name="connsiteX92" fmla="*/ 504340 w 1014308"/>
              <a:gd name="connsiteY92" fmla="*/ 221960 h 414734"/>
              <a:gd name="connsiteX93" fmla="*/ 704318 w 1014308"/>
              <a:gd name="connsiteY93" fmla="*/ 221899 h 414734"/>
              <a:gd name="connsiteX94" fmla="*/ 704318 w 1014308"/>
              <a:gd name="connsiteY94" fmla="*/ 248317 h 414734"/>
              <a:gd name="connsiteX95" fmla="*/ 619783 w 1014308"/>
              <a:gd name="connsiteY95" fmla="*/ 248317 h 414734"/>
              <a:gd name="connsiteX96" fmla="*/ 619783 w 1014308"/>
              <a:gd name="connsiteY96" fmla="*/ 221899 h 414734"/>
              <a:gd name="connsiteX97" fmla="*/ 704318 w 1014308"/>
              <a:gd name="connsiteY97" fmla="*/ 221899 h 414734"/>
              <a:gd name="connsiteX98" fmla="*/ 957949 w 1014308"/>
              <a:gd name="connsiteY98" fmla="*/ 221899 h 414734"/>
              <a:gd name="connsiteX99" fmla="*/ 957949 w 1014308"/>
              <a:gd name="connsiteY99" fmla="*/ 248317 h 414734"/>
              <a:gd name="connsiteX100" fmla="*/ 873405 w 1014308"/>
              <a:gd name="connsiteY100" fmla="*/ 248317 h 414734"/>
              <a:gd name="connsiteX101" fmla="*/ 873405 w 1014308"/>
              <a:gd name="connsiteY101" fmla="*/ 221899 h 414734"/>
              <a:gd name="connsiteX102" fmla="*/ 957949 w 1014308"/>
              <a:gd name="connsiteY102" fmla="*/ 221899 h 414734"/>
              <a:gd name="connsiteX103" fmla="*/ 854841 w 1014308"/>
              <a:gd name="connsiteY103" fmla="*/ 221897 h 414734"/>
              <a:gd name="connsiteX104" fmla="*/ 845792 w 1014308"/>
              <a:gd name="connsiteY104" fmla="*/ 248315 h 414734"/>
              <a:gd name="connsiteX105" fmla="*/ 731931 w 1014308"/>
              <a:gd name="connsiteY105" fmla="*/ 248315 h 414734"/>
              <a:gd name="connsiteX106" fmla="*/ 722882 w 1014308"/>
              <a:gd name="connsiteY106" fmla="*/ 221897 h 414734"/>
              <a:gd name="connsiteX107" fmla="*/ 854841 w 1014308"/>
              <a:gd name="connsiteY107" fmla="*/ 221897 h 414734"/>
              <a:gd name="connsiteX108" fmla="*/ 140851 w 1014308"/>
              <a:gd name="connsiteY108" fmla="*/ 166508 h 414734"/>
              <a:gd name="connsiteX109" fmla="*/ 140851 w 1014308"/>
              <a:gd name="connsiteY109" fmla="*/ 192914 h 414734"/>
              <a:gd name="connsiteX110" fmla="*/ 56337 w 1014308"/>
              <a:gd name="connsiteY110" fmla="*/ 192914 h 414734"/>
              <a:gd name="connsiteX111" fmla="*/ 56337 w 1014308"/>
              <a:gd name="connsiteY111" fmla="*/ 166508 h 414734"/>
              <a:gd name="connsiteX112" fmla="*/ 140851 w 1014308"/>
              <a:gd name="connsiteY112" fmla="*/ 166508 h 414734"/>
              <a:gd name="connsiteX113" fmla="*/ 525924 w 1014308"/>
              <a:gd name="connsiteY113" fmla="*/ 166510 h 414734"/>
              <a:gd name="connsiteX114" fmla="*/ 509227 w 1014308"/>
              <a:gd name="connsiteY114" fmla="*/ 188989 h 414734"/>
              <a:gd name="connsiteX115" fmla="*/ 505264 w 1014308"/>
              <a:gd name="connsiteY115" fmla="*/ 192915 h 414734"/>
              <a:gd name="connsiteX116" fmla="*/ 281712 w 1014308"/>
              <a:gd name="connsiteY116" fmla="*/ 192915 h 414734"/>
              <a:gd name="connsiteX117" fmla="*/ 281712 w 1014308"/>
              <a:gd name="connsiteY117" fmla="*/ 166510 h 414734"/>
              <a:gd name="connsiteX118" fmla="*/ 525924 w 1014308"/>
              <a:gd name="connsiteY118" fmla="*/ 166510 h 414734"/>
              <a:gd name="connsiteX119" fmla="*/ 957949 w 1014308"/>
              <a:gd name="connsiteY119" fmla="*/ 166423 h 414734"/>
              <a:gd name="connsiteX120" fmla="*/ 957949 w 1014308"/>
              <a:gd name="connsiteY120" fmla="*/ 192840 h 414734"/>
              <a:gd name="connsiteX121" fmla="*/ 873405 w 1014308"/>
              <a:gd name="connsiteY121" fmla="*/ 192840 h 414734"/>
              <a:gd name="connsiteX122" fmla="*/ 873405 w 1014308"/>
              <a:gd name="connsiteY122" fmla="*/ 167682 h 414734"/>
              <a:gd name="connsiteX123" fmla="*/ 864785 w 1014308"/>
              <a:gd name="connsiteY123" fmla="*/ 192840 h 414734"/>
              <a:gd name="connsiteX124" fmla="*/ 790586 w 1014308"/>
              <a:gd name="connsiteY124" fmla="*/ 192840 h 414734"/>
              <a:gd name="connsiteX125" fmla="*/ 799482 w 1014308"/>
              <a:gd name="connsiteY125" fmla="*/ 166423 h 414734"/>
              <a:gd name="connsiteX126" fmla="*/ 957949 w 1014308"/>
              <a:gd name="connsiteY126" fmla="*/ 166423 h 414734"/>
              <a:gd name="connsiteX127" fmla="*/ 778241 w 1014308"/>
              <a:gd name="connsiteY127" fmla="*/ 166424 h 414734"/>
              <a:gd name="connsiteX128" fmla="*/ 787138 w 1014308"/>
              <a:gd name="connsiteY128" fmla="*/ 192842 h 414734"/>
              <a:gd name="connsiteX129" fmla="*/ 712928 w 1014308"/>
              <a:gd name="connsiteY129" fmla="*/ 192842 h 414734"/>
              <a:gd name="connsiteX130" fmla="*/ 704318 w 1014308"/>
              <a:gd name="connsiteY130" fmla="*/ 167683 h 414734"/>
              <a:gd name="connsiteX131" fmla="*/ 704318 w 1014308"/>
              <a:gd name="connsiteY131" fmla="*/ 192842 h 414734"/>
              <a:gd name="connsiteX132" fmla="*/ 619783 w 1014308"/>
              <a:gd name="connsiteY132" fmla="*/ 192842 h 414734"/>
              <a:gd name="connsiteX133" fmla="*/ 619783 w 1014308"/>
              <a:gd name="connsiteY133" fmla="*/ 166424 h 414734"/>
              <a:gd name="connsiteX134" fmla="*/ 778241 w 1014308"/>
              <a:gd name="connsiteY134" fmla="*/ 166424 h 414734"/>
              <a:gd name="connsiteX135" fmla="*/ 140851 w 1014308"/>
              <a:gd name="connsiteY135" fmla="*/ 111056 h 414734"/>
              <a:gd name="connsiteX136" fmla="*/ 140851 w 1014308"/>
              <a:gd name="connsiteY136" fmla="*/ 137467 h 414734"/>
              <a:gd name="connsiteX137" fmla="*/ 56337 w 1014308"/>
              <a:gd name="connsiteY137" fmla="*/ 137467 h 414734"/>
              <a:gd name="connsiteX138" fmla="*/ 56337 w 1014308"/>
              <a:gd name="connsiteY138" fmla="*/ 111056 h 414734"/>
              <a:gd name="connsiteX139" fmla="*/ 140851 w 1014308"/>
              <a:gd name="connsiteY139" fmla="*/ 111056 h 414734"/>
              <a:gd name="connsiteX140" fmla="*/ 366228 w 1014308"/>
              <a:gd name="connsiteY140" fmla="*/ 111049 h 414734"/>
              <a:gd name="connsiteX141" fmla="*/ 366228 w 1014308"/>
              <a:gd name="connsiteY141" fmla="*/ 137461 h 414734"/>
              <a:gd name="connsiteX142" fmla="*/ 281712 w 1014308"/>
              <a:gd name="connsiteY142" fmla="*/ 137461 h 414734"/>
              <a:gd name="connsiteX143" fmla="*/ 281712 w 1014308"/>
              <a:gd name="connsiteY143" fmla="*/ 111049 h 414734"/>
              <a:gd name="connsiteX144" fmla="*/ 366228 w 1014308"/>
              <a:gd name="connsiteY144" fmla="*/ 111049 h 414734"/>
              <a:gd name="connsiteX145" fmla="*/ 540373 w 1014308"/>
              <a:gd name="connsiteY145" fmla="*/ 111052 h 414734"/>
              <a:gd name="connsiteX146" fmla="*/ 538335 w 1014308"/>
              <a:gd name="connsiteY146" fmla="*/ 132337 h 414734"/>
              <a:gd name="connsiteX147" fmla="*/ 537230 w 1014308"/>
              <a:gd name="connsiteY147" fmla="*/ 137464 h 414734"/>
              <a:gd name="connsiteX148" fmla="*/ 445609 w 1014308"/>
              <a:gd name="connsiteY148" fmla="*/ 137464 h 414734"/>
              <a:gd name="connsiteX149" fmla="*/ 445609 w 1014308"/>
              <a:gd name="connsiteY149" fmla="*/ 111052 h 414734"/>
              <a:gd name="connsiteX150" fmla="*/ 540373 w 1014308"/>
              <a:gd name="connsiteY150" fmla="*/ 111052 h 414734"/>
              <a:gd name="connsiteX151" fmla="*/ 957949 w 1014308"/>
              <a:gd name="connsiteY151" fmla="*/ 110950 h 414734"/>
              <a:gd name="connsiteX152" fmla="*/ 957949 w 1014308"/>
              <a:gd name="connsiteY152" fmla="*/ 137368 h 414734"/>
              <a:gd name="connsiteX153" fmla="*/ 809254 w 1014308"/>
              <a:gd name="connsiteY153" fmla="*/ 137368 h 414734"/>
              <a:gd name="connsiteX154" fmla="*/ 818141 w 1014308"/>
              <a:gd name="connsiteY154" fmla="*/ 110950 h 414734"/>
              <a:gd name="connsiteX155" fmla="*/ 957949 w 1014308"/>
              <a:gd name="connsiteY155" fmla="*/ 110950 h 414734"/>
              <a:gd name="connsiteX156" fmla="*/ 759582 w 1014308"/>
              <a:gd name="connsiteY156" fmla="*/ 110948 h 414734"/>
              <a:gd name="connsiteX157" fmla="*/ 768468 w 1014308"/>
              <a:gd name="connsiteY157" fmla="*/ 137366 h 414734"/>
              <a:gd name="connsiteX158" fmla="*/ 619783 w 1014308"/>
              <a:gd name="connsiteY158" fmla="*/ 137366 h 414734"/>
              <a:gd name="connsiteX159" fmla="*/ 619783 w 1014308"/>
              <a:gd name="connsiteY159" fmla="*/ 110948 h 414734"/>
              <a:gd name="connsiteX160" fmla="*/ 759582 w 1014308"/>
              <a:gd name="connsiteY160" fmla="*/ 110948 h 414734"/>
              <a:gd name="connsiteX161" fmla="*/ 197194 w 1014308"/>
              <a:gd name="connsiteY161" fmla="*/ 55596 h 414734"/>
              <a:gd name="connsiteX162" fmla="*/ 197194 w 1014308"/>
              <a:gd name="connsiteY162" fmla="*/ 82007 h 414734"/>
              <a:gd name="connsiteX163" fmla="*/ 0 w 1014308"/>
              <a:gd name="connsiteY163" fmla="*/ 82007 h 414734"/>
              <a:gd name="connsiteX164" fmla="*/ 0 w 1014308"/>
              <a:gd name="connsiteY164" fmla="*/ 55596 h 414734"/>
              <a:gd name="connsiteX165" fmla="*/ 197194 w 1014308"/>
              <a:gd name="connsiteY165" fmla="*/ 55596 h 414734"/>
              <a:gd name="connsiteX166" fmla="*/ 525943 w 1014308"/>
              <a:gd name="connsiteY166" fmla="*/ 55596 h 414734"/>
              <a:gd name="connsiteX167" fmla="*/ 535011 w 1014308"/>
              <a:gd name="connsiteY167" fmla="*/ 76457 h 414734"/>
              <a:gd name="connsiteX168" fmla="*/ 536620 w 1014308"/>
              <a:gd name="connsiteY168" fmla="*/ 82007 h 414734"/>
              <a:gd name="connsiteX169" fmla="*/ 225372 w 1014308"/>
              <a:gd name="connsiteY169" fmla="*/ 82007 h 414734"/>
              <a:gd name="connsiteX170" fmla="*/ 225372 w 1014308"/>
              <a:gd name="connsiteY170" fmla="*/ 55596 h 414734"/>
              <a:gd name="connsiteX171" fmla="*/ 525943 w 1014308"/>
              <a:gd name="connsiteY171" fmla="*/ 55596 h 414734"/>
              <a:gd name="connsiteX172" fmla="*/ 1014309 w 1014308"/>
              <a:gd name="connsiteY172" fmla="*/ 55474 h 414734"/>
              <a:gd name="connsiteX173" fmla="*/ 1014309 w 1014308"/>
              <a:gd name="connsiteY173" fmla="*/ 81891 h 414734"/>
              <a:gd name="connsiteX174" fmla="*/ 827914 w 1014308"/>
              <a:gd name="connsiteY174" fmla="*/ 81891 h 414734"/>
              <a:gd name="connsiteX175" fmla="*/ 836810 w 1014308"/>
              <a:gd name="connsiteY175" fmla="*/ 55474 h 414734"/>
              <a:gd name="connsiteX176" fmla="*/ 1014309 w 1014308"/>
              <a:gd name="connsiteY176" fmla="*/ 55474 h 414734"/>
              <a:gd name="connsiteX177" fmla="*/ 740913 w 1014308"/>
              <a:gd name="connsiteY177" fmla="*/ 55476 h 414734"/>
              <a:gd name="connsiteX178" fmla="*/ 749800 w 1014308"/>
              <a:gd name="connsiteY178" fmla="*/ 81893 h 414734"/>
              <a:gd name="connsiteX179" fmla="*/ 563414 w 1014308"/>
              <a:gd name="connsiteY179" fmla="*/ 81893 h 414734"/>
              <a:gd name="connsiteX180" fmla="*/ 563414 w 1014308"/>
              <a:gd name="connsiteY180" fmla="*/ 55476 h 414734"/>
              <a:gd name="connsiteX181" fmla="*/ 740913 w 1014308"/>
              <a:gd name="connsiteY181" fmla="*/ 55476 h 414734"/>
              <a:gd name="connsiteX182" fmla="*/ 197194 w 1014308"/>
              <a:gd name="connsiteY182" fmla="*/ 149 h 414734"/>
              <a:gd name="connsiteX183" fmla="*/ 197194 w 1014308"/>
              <a:gd name="connsiteY183" fmla="*/ 26554 h 414734"/>
              <a:gd name="connsiteX184" fmla="*/ 0 w 1014308"/>
              <a:gd name="connsiteY184" fmla="*/ 26554 h 414734"/>
              <a:gd name="connsiteX185" fmla="*/ 0 w 1014308"/>
              <a:gd name="connsiteY185" fmla="*/ 149 h 414734"/>
              <a:gd name="connsiteX186" fmla="*/ 197194 w 1014308"/>
              <a:gd name="connsiteY186" fmla="*/ 149 h 414734"/>
              <a:gd name="connsiteX187" fmla="*/ 432807 w 1014308"/>
              <a:gd name="connsiteY187" fmla="*/ 146 h 414734"/>
              <a:gd name="connsiteX188" fmla="*/ 498616 w 1014308"/>
              <a:gd name="connsiteY188" fmla="*/ 23348 h 414734"/>
              <a:gd name="connsiteX189" fmla="*/ 502435 w 1014308"/>
              <a:gd name="connsiteY189" fmla="*/ 26551 h 414734"/>
              <a:gd name="connsiteX190" fmla="*/ 225372 w 1014308"/>
              <a:gd name="connsiteY190" fmla="*/ 26551 h 414734"/>
              <a:gd name="connsiteX191" fmla="*/ 225372 w 1014308"/>
              <a:gd name="connsiteY191" fmla="*/ 146 h 414734"/>
              <a:gd name="connsiteX192" fmla="*/ 432807 w 1014308"/>
              <a:gd name="connsiteY192" fmla="*/ 146 h 414734"/>
              <a:gd name="connsiteX193" fmla="*/ 722196 w 1014308"/>
              <a:gd name="connsiteY193" fmla="*/ 0 h 414734"/>
              <a:gd name="connsiteX194" fmla="*/ 731083 w 1014308"/>
              <a:gd name="connsiteY194" fmla="*/ 26411 h 414734"/>
              <a:gd name="connsiteX195" fmla="*/ 563414 w 1014308"/>
              <a:gd name="connsiteY195" fmla="*/ 26411 h 414734"/>
              <a:gd name="connsiteX196" fmla="*/ 563414 w 1014308"/>
              <a:gd name="connsiteY196" fmla="*/ 0 h 414734"/>
              <a:gd name="connsiteX197" fmla="*/ 722196 w 1014308"/>
              <a:gd name="connsiteY197" fmla="*/ 0 h 414734"/>
              <a:gd name="connsiteX198" fmla="*/ 1014309 w 1014308"/>
              <a:gd name="connsiteY198" fmla="*/ 6 h 414734"/>
              <a:gd name="connsiteX199" fmla="*/ 1014309 w 1014308"/>
              <a:gd name="connsiteY199" fmla="*/ 26424 h 414734"/>
              <a:gd name="connsiteX200" fmla="*/ 846583 w 1014308"/>
              <a:gd name="connsiteY200" fmla="*/ 26424 h 414734"/>
              <a:gd name="connsiteX201" fmla="*/ 855470 w 1014308"/>
              <a:gd name="connsiteY201" fmla="*/ 6 h 414734"/>
              <a:gd name="connsiteX202" fmla="*/ 1014309 w 1014308"/>
              <a:gd name="connsiteY202" fmla="*/ 6 h 41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Lst>
            <a:rect l="l" t="t" r="r" b="b"/>
            <a:pathLst>
              <a:path w="1014308" h="414734">
                <a:moveTo>
                  <a:pt x="197194" y="388322"/>
                </a:moveTo>
                <a:lnTo>
                  <a:pt x="197194" y="414733"/>
                </a:lnTo>
                <a:lnTo>
                  <a:pt x="0" y="414733"/>
                </a:lnTo>
                <a:lnTo>
                  <a:pt x="0" y="388322"/>
                </a:lnTo>
                <a:lnTo>
                  <a:pt x="197194" y="388322"/>
                </a:lnTo>
                <a:close/>
                <a:moveTo>
                  <a:pt x="704318" y="388315"/>
                </a:moveTo>
                <a:lnTo>
                  <a:pt x="704318" y="414733"/>
                </a:lnTo>
                <a:lnTo>
                  <a:pt x="563414" y="414733"/>
                </a:lnTo>
                <a:lnTo>
                  <a:pt x="563414" y="388315"/>
                </a:lnTo>
                <a:lnTo>
                  <a:pt x="704318" y="388315"/>
                </a:lnTo>
                <a:close/>
                <a:moveTo>
                  <a:pt x="1014309" y="388315"/>
                </a:moveTo>
                <a:lnTo>
                  <a:pt x="1014309" y="414733"/>
                </a:lnTo>
                <a:lnTo>
                  <a:pt x="873405" y="414733"/>
                </a:lnTo>
                <a:lnTo>
                  <a:pt x="873405" y="388315"/>
                </a:lnTo>
                <a:lnTo>
                  <a:pt x="1014309" y="388315"/>
                </a:lnTo>
                <a:close/>
                <a:moveTo>
                  <a:pt x="797863" y="388315"/>
                </a:moveTo>
                <a:lnTo>
                  <a:pt x="788814" y="414733"/>
                </a:lnTo>
                <a:lnTo>
                  <a:pt x="779860" y="388315"/>
                </a:lnTo>
                <a:lnTo>
                  <a:pt x="797863" y="388315"/>
                </a:lnTo>
                <a:close/>
                <a:moveTo>
                  <a:pt x="502435" y="388323"/>
                </a:moveTo>
                <a:cubicBezTo>
                  <a:pt x="484919" y="403685"/>
                  <a:pt x="462583" y="413378"/>
                  <a:pt x="438084" y="414602"/>
                </a:cubicBezTo>
                <a:lnTo>
                  <a:pt x="432807" y="414735"/>
                </a:lnTo>
                <a:lnTo>
                  <a:pt x="225372" y="414735"/>
                </a:lnTo>
                <a:lnTo>
                  <a:pt x="225372" y="388323"/>
                </a:lnTo>
                <a:lnTo>
                  <a:pt x="502435" y="388323"/>
                </a:lnTo>
                <a:close/>
                <a:moveTo>
                  <a:pt x="197194" y="332868"/>
                </a:moveTo>
                <a:lnTo>
                  <a:pt x="197194" y="359280"/>
                </a:lnTo>
                <a:lnTo>
                  <a:pt x="0" y="359280"/>
                </a:lnTo>
                <a:lnTo>
                  <a:pt x="0" y="332868"/>
                </a:lnTo>
                <a:lnTo>
                  <a:pt x="197194" y="332868"/>
                </a:lnTo>
                <a:close/>
                <a:moveTo>
                  <a:pt x="536620" y="332873"/>
                </a:moveTo>
                <a:cubicBezTo>
                  <a:pt x="534649" y="340353"/>
                  <a:pt x="531944" y="347518"/>
                  <a:pt x="528581" y="354281"/>
                </a:cubicBezTo>
                <a:lnTo>
                  <a:pt x="525943" y="359278"/>
                </a:lnTo>
                <a:lnTo>
                  <a:pt x="225372" y="359278"/>
                </a:lnTo>
                <a:lnTo>
                  <a:pt x="225372" y="332873"/>
                </a:lnTo>
                <a:lnTo>
                  <a:pt x="536620" y="332873"/>
                </a:lnTo>
                <a:close/>
                <a:moveTo>
                  <a:pt x="816855" y="332841"/>
                </a:moveTo>
                <a:lnTo>
                  <a:pt x="807807" y="359258"/>
                </a:lnTo>
                <a:lnTo>
                  <a:pt x="769916" y="359258"/>
                </a:lnTo>
                <a:lnTo>
                  <a:pt x="760877" y="332841"/>
                </a:lnTo>
                <a:lnTo>
                  <a:pt x="816855" y="332841"/>
                </a:lnTo>
                <a:close/>
                <a:moveTo>
                  <a:pt x="1014309" y="332844"/>
                </a:moveTo>
                <a:lnTo>
                  <a:pt x="1014309" y="359261"/>
                </a:lnTo>
                <a:lnTo>
                  <a:pt x="873405" y="359261"/>
                </a:lnTo>
                <a:lnTo>
                  <a:pt x="873405" y="332844"/>
                </a:lnTo>
                <a:lnTo>
                  <a:pt x="1014309" y="332844"/>
                </a:lnTo>
                <a:close/>
                <a:moveTo>
                  <a:pt x="704318" y="332844"/>
                </a:moveTo>
                <a:lnTo>
                  <a:pt x="704318" y="359261"/>
                </a:lnTo>
                <a:lnTo>
                  <a:pt x="563414" y="359261"/>
                </a:lnTo>
                <a:lnTo>
                  <a:pt x="563414" y="332844"/>
                </a:lnTo>
                <a:lnTo>
                  <a:pt x="704318" y="332844"/>
                </a:lnTo>
                <a:close/>
                <a:moveTo>
                  <a:pt x="140851" y="277416"/>
                </a:moveTo>
                <a:lnTo>
                  <a:pt x="140851" y="303827"/>
                </a:lnTo>
                <a:lnTo>
                  <a:pt x="56337" y="303827"/>
                </a:lnTo>
                <a:lnTo>
                  <a:pt x="56337" y="277416"/>
                </a:lnTo>
                <a:lnTo>
                  <a:pt x="140851" y="277416"/>
                </a:lnTo>
                <a:close/>
                <a:moveTo>
                  <a:pt x="537230" y="277417"/>
                </a:moveTo>
                <a:cubicBezTo>
                  <a:pt x="538840" y="284196"/>
                  <a:pt x="539887" y="291199"/>
                  <a:pt x="540240" y="298395"/>
                </a:cubicBezTo>
                <a:lnTo>
                  <a:pt x="540373" y="303828"/>
                </a:lnTo>
                <a:lnTo>
                  <a:pt x="445609" y="303828"/>
                </a:lnTo>
                <a:lnTo>
                  <a:pt x="445609" y="277417"/>
                </a:lnTo>
                <a:lnTo>
                  <a:pt x="537230" y="277417"/>
                </a:lnTo>
                <a:close/>
                <a:moveTo>
                  <a:pt x="366228" y="277416"/>
                </a:moveTo>
                <a:lnTo>
                  <a:pt x="366228" y="303827"/>
                </a:lnTo>
                <a:lnTo>
                  <a:pt x="281712" y="303827"/>
                </a:lnTo>
                <a:lnTo>
                  <a:pt x="281712" y="277416"/>
                </a:lnTo>
                <a:lnTo>
                  <a:pt x="366228" y="277416"/>
                </a:lnTo>
                <a:close/>
                <a:moveTo>
                  <a:pt x="835848" y="277373"/>
                </a:moveTo>
                <a:lnTo>
                  <a:pt x="826800" y="303784"/>
                </a:lnTo>
                <a:lnTo>
                  <a:pt x="750923" y="303784"/>
                </a:lnTo>
                <a:lnTo>
                  <a:pt x="741884" y="277373"/>
                </a:lnTo>
                <a:lnTo>
                  <a:pt x="835848" y="277373"/>
                </a:lnTo>
                <a:close/>
                <a:moveTo>
                  <a:pt x="704318" y="277372"/>
                </a:moveTo>
                <a:lnTo>
                  <a:pt x="704318" y="303783"/>
                </a:lnTo>
                <a:lnTo>
                  <a:pt x="619783" y="303783"/>
                </a:lnTo>
                <a:lnTo>
                  <a:pt x="619783" y="277372"/>
                </a:lnTo>
                <a:lnTo>
                  <a:pt x="704318" y="277372"/>
                </a:lnTo>
                <a:close/>
                <a:moveTo>
                  <a:pt x="957949" y="277372"/>
                </a:moveTo>
                <a:lnTo>
                  <a:pt x="957949" y="303783"/>
                </a:lnTo>
                <a:lnTo>
                  <a:pt x="873405" y="303783"/>
                </a:lnTo>
                <a:lnTo>
                  <a:pt x="873405" y="277372"/>
                </a:lnTo>
                <a:lnTo>
                  <a:pt x="957949" y="277372"/>
                </a:lnTo>
                <a:close/>
                <a:moveTo>
                  <a:pt x="140851" y="221962"/>
                </a:moveTo>
                <a:lnTo>
                  <a:pt x="140851" y="248373"/>
                </a:lnTo>
                <a:lnTo>
                  <a:pt x="56337" y="248373"/>
                </a:lnTo>
                <a:lnTo>
                  <a:pt x="56337" y="221962"/>
                </a:lnTo>
                <a:lnTo>
                  <a:pt x="140851" y="221962"/>
                </a:lnTo>
                <a:close/>
                <a:moveTo>
                  <a:pt x="504340" y="221960"/>
                </a:moveTo>
                <a:cubicBezTo>
                  <a:pt x="511112" y="228332"/>
                  <a:pt x="517094" y="235571"/>
                  <a:pt x="522114" y="243519"/>
                </a:cubicBezTo>
                <a:lnTo>
                  <a:pt x="525000" y="248371"/>
                </a:lnTo>
                <a:lnTo>
                  <a:pt x="281712" y="248371"/>
                </a:lnTo>
                <a:lnTo>
                  <a:pt x="281712" y="221960"/>
                </a:lnTo>
                <a:lnTo>
                  <a:pt x="504340" y="221960"/>
                </a:lnTo>
                <a:close/>
                <a:moveTo>
                  <a:pt x="704318" y="221899"/>
                </a:moveTo>
                <a:lnTo>
                  <a:pt x="704318" y="248317"/>
                </a:lnTo>
                <a:lnTo>
                  <a:pt x="619783" y="248317"/>
                </a:lnTo>
                <a:lnTo>
                  <a:pt x="619783" y="221899"/>
                </a:lnTo>
                <a:lnTo>
                  <a:pt x="704318" y="221899"/>
                </a:lnTo>
                <a:close/>
                <a:moveTo>
                  <a:pt x="957949" y="221899"/>
                </a:moveTo>
                <a:lnTo>
                  <a:pt x="957949" y="248317"/>
                </a:lnTo>
                <a:lnTo>
                  <a:pt x="873405" y="248317"/>
                </a:lnTo>
                <a:lnTo>
                  <a:pt x="873405" y="221899"/>
                </a:lnTo>
                <a:lnTo>
                  <a:pt x="957949" y="221899"/>
                </a:lnTo>
                <a:close/>
                <a:moveTo>
                  <a:pt x="854841" y="221897"/>
                </a:moveTo>
                <a:lnTo>
                  <a:pt x="845792" y="248315"/>
                </a:lnTo>
                <a:lnTo>
                  <a:pt x="731931" y="248315"/>
                </a:lnTo>
                <a:lnTo>
                  <a:pt x="722882" y="221897"/>
                </a:lnTo>
                <a:lnTo>
                  <a:pt x="854841" y="221897"/>
                </a:lnTo>
                <a:close/>
                <a:moveTo>
                  <a:pt x="140851" y="166508"/>
                </a:moveTo>
                <a:lnTo>
                  <a:pt x="140851" y="192914"/>
                </a:lnTo>
                <a:lnTo>
                  <a:pt x="56337" y="192914"/>
                </a:lnTo>
                <a:lnTo>
                  <a:pt x="56337" y="166508"/>
                </a:lnTo>
                <a:lnTo>
                  <a:pt x="140851" y="166508"/>
                </a:lnTo>
                <a:close/>
                <a:moveTo>
                  <a:pt x="525924" y="166510"/>
                </a:moveTo>
                <a:cubicBezTo>
                  <a:pt x="521304" y="174735"/>
                  <a:pt x="515675" y="182278"/>
                  <a:pt x="509227" y="188989"/>
                </a:cubicBezTo>
                <a:lnTo>
                  <a:pt x="505264" y="192915"/>
                </a:lnTo>
                <a:lnTo>
                  <a:pt x="281712" y="192915"/>
                </a:lnTo>
                <a:lnTo>
                  <a:pt x="281712" y="166510"/>
                </a:lnTo>
                <a:lnTo>
                  <a:pt x="525924" y="166510"/>
                </a:lnTo>
                <a:close/>
                <a:moveTo>
                  <a:pt x="957949" y="166423"/>
                </a:moveTo>
                <a:lnTo>
                  <a:pt x="957949" y="192840"/>
                </a:lnTo>
                <a:lnTo>
                  <a:pt x="873405" y="192840"/>
                </a:lnTo>
                <a:lnTo>
                  <a:pt x="873405" y="167682"/>
                </a:lnTo>
                <a:lnTo>
                  <a:pt x="864785" y="192840"/>
                </a:lnTo>
                <a:lnTo>
                  <a:pt x="790586" y="192840"/>
                </a:lnTo>
                <a:lnTo>
                  <a:pt x="799482" y="166423"/>
                </a:lnTo>
                <a:lnTo>
                  <a:pt x="957949" y="166423"/>
                </a:lnTo>
                <a:close/>
                <a:moveTo>
                  <a:pt x="778241" y="166424"/>
                </a:moveTo>
                <a:lnTo>
                  <a:pt x="787138" y="192842"/>
                </a:lnTo>
                <a:lnTo>
                  <a:pt x="712928" y="192842"/>
                </a:lnTo>
                <a:lnTo>
                  <a:pt x="704318" y="167683"/>
                </a:lnTo>
                <a:lnTo>
                  <a:pt x="704318" y="192842"/>
                </a:lnTo>
                <a:lnTo>
                  <a:pt x="619783" y="192842"/>
                </a:lnTo>
                <a:lnTo>
                  <a:pt x="619783" y="166424"/>
                </a:lnTo>
                <a:lnTo>
                  <a:pt x="778241" y="166424"/>
                </a:lnTo>
                <a:close/>
                <a:moveTo>
                  <a:pt x="140851" y="111056"/>
                </a:moveTo>
                <a:lnTo>
                  <a:pt x="140851" y="137467"/>
                </a:lnTo>
                <a:lnTo>
                  <a:pt x="56337" y="137467"/>
                </a:lnTo>
                <a:lnTo>
                  <a:pt x="56337" y="111056"/>
                </a:lnTo>
                <a:lnTo>
                  <a:pt x="140851" y="111056"/>
                </a:lnTo>
                <a:close/>
                <a:moveTo>
                  <a:pt x="366228" y="111049"/>
                </a:moveTo>
                <a:lnTo>
                  <a:pt x="366228" y="137461"/>
                </a:lnTo>
                <a:lnTo>
                  <a:pt x="281712" y="137461"/>
                </a:lnTo>
                <a:lnTo>
                  <a:pt x="281712" y="111049"/>
                </a:lnTo>
                <a:lnTo>
                  <a:pt x="366228" y="111049"/>
                </a:lnTo>
                <a:close/>
                <a:moveTo>
                  <a:pt x="540373" y="111052"/>
                </a:moveTo>
                <a:cubicBezTo>
                  <a:pt x="540373" y="118338"/>
                  <a:pt x="539649" y="125446"/>
                  <a:pt x="538335" y="132337"/>
                </a:cubicBezTo>
                <a:lnTo>
                  <a:pt x="537230" y="137464"/>
                </a:lnTo>
                <a:lnTo>
                  <a:pt x="445609" y="137464"/>
                </a:lnTo>
                <a:lnTo>
                  <a:pt x="445609" y="111052"/>
                </a:lnTo>
                <a:lnTo>
                  <a:pt x="540373" y="111052"/>
                </a:lnTo>
                <a:close/>
                <a:moveTo>
                  <a:pt x="957949" y="110950"/>
                </a:moveTo>
                <a:lnTo>
                  <a:pt x="957949" y="137368"/>
                </a:lnTo>
                <a:lnTo>
                  <a:pt x="809254" y="137368"/>
                </a:lnTo>
                <a:lnTo>
                  <a:pt x="818141" y="110950"/>
                </a:lnTo>
                <a:lnTo>
                  <a:pt x="957949" y="110950"/>
                </a:lnTo>
                <a:close/>
                <a:moveTo>
                  <a:pt x="759582" y="110948"/>
                </a:moveTo>
                <a:lnTo>
                  <a:pt x="768468" y="137366"/>
                </a:lnTo>
                <a:lnTo>
                  <a:pt x="619783" y="137366"/>
                </a:lnTo>
                <a:lnTo>
                  <a:pt x="619783" y="110948"/>
                </a:lnTo>
                <a:lnTo>
                  <a:pt x="759582" y="110948"/>
                </a:lnTo>
                <a:close/>
                <a:moveTo>
                  <a:pt x="197194" y="55596"/>
                </a:moveTo>
                <a:lnTo>
                  <a:pt x="197194" y="82007"/>
                </a:lnTo>
                <a:lnTo>
                  <a:pt x="0" y="82007"/>
                </a:lnTo>
                <a:lnTo>
                  <a:pt x="0" y="55596"/>
                </a:lnTo>
                <a:lnTo>
                  <a:pt x="197194" y="55596"/>
                </a:lnTo>
                <a:close/>
                <a:moveTo>
                  <a:pt x="525943" y="55596"/>
                </a:moveTo>
                <a:cubicBezTo>
                  <a:pt x="529620" y="62159"/>
                  <a:pt x="532677" y="69140"/>
                  <a:pt x="535011" y="76457"/>
                </a:cubicBezTo>
                <a:lnTo>
                  <a:pt x="536620" y="82007"/>
                </a:lnTo>
                <a:lnTo>
                  <a:pt x="225372" y="82007"/>
                </a:lnTo>
                <a:lnTo>
                  <a:pt x="225372" y="55596"/>
                </a:lnTo>
                <a:lnTo>
                  <a:pt x="525943" y="55596"/>
                </a:lnTo>
                <a:close/>
                <a:moveTo>
                  <a:pt x="1014309" y="55474"/>
                </a:moveTo>
                <a:lnTo>
                  <a:pt x="1014309" y="81891"/>
                </a:lnTo>
                <a:lnTo>
                  <a:pt x="827914" y="81891"/>
                </a:lnTo>
                <a:lnTo>
                  <a:pt x="836810" y="55474"/>
                </a:lnTo>
                <a:lnTo>
                  <a:pt x="1014309" y="55474"/>
                </a:lnTo>
                <a:close/>
                <a:moveTo>
                  <a:pt x="740913" y="55476"/>
                </a:moveTo>
                <a:lnTo>
                  <a:pt x="749800" y="81893"/>
                </a:lnTo>
                <a:lnTo>
                  <a:pt x="563414" y="81893"/>
                </a:lnTo>
                <a:lnTo>
                  <a:pt x="563414" y="55476"/>
                </a:lnTo>
                <a:lnTo>
                  <a:pt x="740913" y="55476"/>
                </a:lnTo>
                <a:close/>
                <a:moveTo>
                  <a:pt x="197194" y="149"/>
                </a:moveTo>
                <a:lnTo>
                  <a:pt x="197194" y="26554"/>
                </a:lnTo>
                <a:lnTo>
                  <a:pt x="0" y="26554"/>
                </a:lnTo>
                <a:lnTo>
                  <a:pt x="0" y="149"/>
                </a:lnTo>
                <a:lnTo>
                  <a:pt x="197194" y="149"/>
                </a:lnTo>
                <a:close/>
                <a:moveTo>
                  <a:pt x="432807" y="146"/>
                </a:moveTo>
                <a:cubicBezTo>
                  <a:pt x="457601" y="146"/>
                  <a:pt x="480423" y="8815"/>
                  <a:pt x="498616" y="23348"/>
                </a:cubicBezTo>
                <a:lnTo>
                  <a:pt x="502435" y="26551"/>
                </a:lnTo>
                <a:lnTo>
                  <a:pt x="225372" y="26551"/>
                </a:lnTo>
                <a:lnTo>
                  <a:pt x="225372" y="146"/>
                </a:lnTo>
                <a:lnTo>
                  <a:pt x="432807" y="146"/>
                </a:lnTo>
                <a:close/>
                <a:moveTo>
                  <a:pt x="722196" y="0"/>
                </a:moveTo>
                <a:lnTo>
                  <a:pt x="731083" y="26411"/>
                </a:lnTo>
                <a:lnTo>
                  <a:pt x="563414" y="26411"/>
                </a:lnTo>
                <a:lnTo>
                  <a:pt x="563414" y="0"/>
                </a:lnTo>
                <a:lnTo>
                  <a:pt x="722196" y="0"/>
                </a:lnTo>
                <a:close/>
                <a:moveTo>
                  <a:pt x="1014309" y="6"/>
                </a:moveTo>
                <a:lnTo>
                  <a:pt x="1014309" y="26424"/>
                </a:lnTo>
                <a:lnTo>
                  <a:pt x="846583" y="26424"/>
                </a:lnTo>
                <a:lnTo>
                  <a:pt x="855470" y="6"/>
                </a:lnTo>
                <a:lnTo>
                  <a:pt x="1014309" y="6"/>
                </a:lnTo>
                <a:close/>
              </a:path>
            </a:pathLst>
          </a:custGeom>
          <a:solidFill>
            <a:schemeClr val="bg1"/>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2151577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2485</TotalTime>
  <Words>553</Words>
  <Application>Microsoft Macintosh PowerPoint</Application>
  <PresentationFormat>Widescreen</PresentationFormat>
  <Paragraphs>55</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IBM Plex Sans</vt:lpstr>
      <vt:lpstr>Symbol</vt:lpstr>
      <vt:lpstr>Office Theme</vt:lpstr>
      <vt:lpstr>Watson Assistant with External API</vt:lpstr>
      <vt:lpstr>Introduction</vt:lpstr>
      <vt:lpstr>Why Web Functions?</vt:lpstr>
      <vt:lpstr>Value proposition of the solution</vt:lpstr>
      <vt:lpstr>Use cases</vt:lpstr>
      <vt:lpstr>How it works -  Architecture</vt:lpstr>
      <vt:lpstr>How it works - Flow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Watson NLP Accelerators</dc:title>
  <dc:creator>Shivam Raj Solanki</dc:creator>
  <cp:lastModifiedBy>Jay Pandya</cp:lastModifiedBy>
  <cp:revision>1161</cp:revision>
  <dcterms:created xsi:type="dcterms:W3CDTF">2022-07-12T21:23:27Z</dcterms:created>
  <dcterms:modified xsi:type="dcterms:W3CDTF">2022-12-15T20:12:08Z</dcterms:modified>
</cp:coreProperties>
</file>